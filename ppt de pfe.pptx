
<file path=[Content_Types].xml><?xml version="1.0" encoding="utf-8"?>
<Types xmlns="http://schemas.openxmlformats.org/package/2006/content-types">
  <Default Extension="png" ContentType="image/png"/>
  <Default Extension="gif" ContentType="image/gi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20.fntdata" ContentType="application/x-fontdata"/>
  <Override PartName="/ppt/fonts/font21.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8" r:id="rId5"/>
    <p:sldId id="259" r:id="rId6"/>
    <p:sldId id="305" r:id="rId7"/>
    <p:sldId id="260" r:id="rId8"/>
    <p:sldId id="261" r:id="rId9"/>
    <p:sldId id="262" r:id="rId10"/>
    <p:sldId id="315" r:id="rId11"/>
    <p:sldId id="304" r:id="rId12"/>
    <p:sldId id="311" r:id="rId13"/>
    <p:sldId id="266" r:id="rId14"/>
    <p:sldId id="267" r:id="rId15"/>
    <p:sldId id="312" r:id="rId16"/>
    <p:sldId id="313" r:id="rId17"/>
    <p:sldId id="314" r:id="rId18"/>
    <p:sldId id="271" r:id="rId19"/>
    <p:sldId id="273" r:id="rId20"/>
    <p:sldId id="307" r:id="rId21"/>
    <p:sldId id="308" r:id="rId22"/>
    <p:sldId id="319" r:id="rId23"/>
    <p:sldId id="320" r:id="rId24"/>
    <p:sldId id="309" r:id="rId25"/>
    <p:sldId id="310" r:id="rId26"/>
  </p:sldIdLst>
  <p:sldSz cx="9144000" cy="5143500" type="screen16x9"/>
  <p:notesSz cx="6858000" cy="9144000"/>
  <p:embeddedFontLst>
    <p:embeddedFont>
      <p:font typeface="Barlow Semi Condensed" panose="020B0604020202020204" charset="0"/>
      <p:regular r:id="rId30"/>
      <p:bold r:id="rId31"/>
      <p:italic r:id="rId32"/>
      <p:boldItalic r:id="rId33"/>
    </p:embeddedFont>
    <p:embeddedFont>
      <p:font typeface="Calibri" panose="020F0502020204030204" pitchFamily="34" charset="0"/>
      <p:regular r:id="rId34"/>
      <p:bold r:id="rId35"/>
      <p:italic r:id="rId36"/>
      <p:boldItalic r:id="rId37"/>
    </p:embeddedFont>
    <p:embeddedFont>
      <p:font typeface="Fjalla One" panose="020B0604020202020204" charset="0"/>
      <p:regular r:id="rId38"/>
    </p:embeddedFont>
    <p:embeddedFont>
      <p:font typeface="Segoe UI Black" panose="020B0A02040204020203" pitchFamily="34" charset="0"/>
      <p:bold r:id="rId39"/>
      <p:boldItalic r:id="rId40"/>
    </p:embeddedFont>
    <p:embeddedFont>
      <p:font typeface="Barlow Semi Condensed Medium" panose="020B0604020202020204" charset="0"/>
      <p:regular r:id="rId41"/>
      <p:bold r:id="rId42"/>
      <p:italic r:id="rId43"/>
      <p:boldItalic r:id="rId44"/>
    </p:embeddedFont>
    <p:embeddedFont>
      <p:font typeface="Tahoma" panose="020B0604030504040204" pitchFamily="34" charset="0"/>
      <p:regular r:id="rId45"/>
      <p:bold r:id="rId46"/>
    </p:embeddedFont>
    <p:embeddedFont>
      <p:font typeface="Tw Cen MT" panose="020B0602020104020603"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3657"/>
    <a:srgbClr val="1E30B2"/>
    <a:srgbClr val="1842B8"/>
    <a:srgbClr val="1A4578"/>
    <a:srgbClr val="1C787A"/>
    <a:srgbClr val="274685"/>
    <a:srgbClr val="0D2289"/>
    <a:srgbClr val="477797"/>
    <a:srgbClr val="20737E"/>
    <a:srgbClr val="2A99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40" autoAdjust="0"/>
    <p:restoredTop sz="77007" autoAdjust="0"/>
  </p:normalViewPr>
  <p:slideViewPr>
    <p:cSldViewPr snapToGrid="0">
      <p:cViewPr varScale="1">
        <p:scale>
          <a:sx n="74" d="100"/>
          <a:sy n="74" d="100"/>
        </p:scale>
        <p:origin x="594" y="7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0" Type="http://schemas.openxmlformats.org/officeDocument/2006/relationships/font" Target="fonts/font21.fntdata"/><Relationship Id="rId5" Type="http://schemas.openxmlformats.org/officeDocument/2006/relationships/slide" Target="slides/slide2.xml"/><Relationship Id="rId49" Type="http://schemas.openxmlformats.org/officeDocument/2006/relationships/font" Target="fonts/font20.fntdata"/><Relationship Id="rId48" Type="http://schemas.openxmlformats.org/officeDocument/2006/relationships/font" Target="fonts/font19.fntdata"/><Relationship Id="rId47" Type="http://schemas.openxmlformats.org/officeDocument/2006/relationships/font" Target="fonts/font18.fntdata"/><Relationship Id="rId46" Type="http://schemas.openxmlformats.org/officeDocument/2006/relationships/font" Target="fonts/font17.fntdata"/><Relationship Id="rId45" Type="http://schemas.openxmlformats.org/officeDocument/2006/relationships/font" Target="fonts/font16.fntdata"/><Relationship Id="rId44" Type="http://schemas.openxmlformats.org/officeDocument/2006/relationships/font" Target="fonts/font15.fntdata"/><Relationship Id="rId43" Type="http://schemas.openxmlformats.org/officeDocument/2006/relationships/font" Target="fonts/font14.fntdata"/><Relationship Id="rId42" Type="http://schemas.openxmlformats.org/officeDocument/2006/relationships/font" Target="fonts/font13.fntdata"/><Relationship Id="rId41" Type="http://schemas.openxmlformats.org/officeDocument/2006/relationships/font" Target="fonts/font12.fntdata"/><Relationship Id="rId40" Type="http://schemas.openxmlformats.org/officeDocument/2006/relationships/font" Target="fonts/font11.fntdata"/><Relationship Id="rId4" Type="http://schemas.openxmlformats.org/officeDocument/2006/relationships/notesMaster" Target="notesMasters/notesMaster1.xml"/><Relationship Id="rId39" Type="http://schemas.openxmlformats.org/officeDocument/2006/relationships/font" Target="fonts/font10.fntdata"/><Relationship Id="rId38" Type="http://schemas.openxmlformats.org/officeDocument/2006/relationships/font" Target="fonts/font9.fntdata"/><Relationship Id="rId37" Type="http://schemas.openxmlformats.org/officeDocument/2006/relationships/font" Target="fonts/font8.fntdata"/><Relationship Id="rId36" Type="http://schemas.openxmlformats.org/officeDocument/2006/relationships/font" Target="fonts/font7.fntdata"/><Relationship Id="rId35" Type="http://schemas.openxmlformats.org/officeDocument/2006/relationships/font" Target="fonts/font6.fntdata"/><Relationship Id="rId34" Type="http://schemas.openxmlformats.org/officeDocument/2006/relationships/font" Target="fonts/font5.fntdata"/><Relationship Id="rId33" Type="http://schemas.openxmlformats.org/officeDocument/2006/relationships/font" Target="fonts/font4.fntdata"/><Relationship Id="rId32" Type="http://schemas.openxmlformats.org/officeDocument/2006/relationships/font" Target="fonts/font3.fntdata"/><Relationship Id="rId31" Type="http://schemas.openxmlformats.org/officeDocument/2006/relationships/font" Target="fonts/font2.fntdata"/><Relationship Id="rId30" Type="http://schemas.openxmlformats.org/officeDocument/2006/relationships/font" Target="fonts/font1.fntdata"/><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86"/>
        <p:cNvGrpSpPr/>
        <p:nvPr/>
      </p:nvGrpSpPr>
      <p:grpSpPr>
        <a:xfrm>
          <a:off x="0" y="0"/>
          <a:ext cx="0" cy="0"/>
          <a:chOff x="0" y="0"/>
          <a:chExt cx="0" cy="0"/>
        </a:xfrm>
      </p:grpSpPr>
      <p:sp>
        <p:nvSpPr>
          <p:cNvPr id="1687" name="Google Shape;168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8" name="Google Shape;168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92"/>
        <p:cNvGrpSpPr/>
        <p:nvPr/>
      </p:nvGrpSpPr>
      <p:grpSpPr>
        <a:xfrm>
          <a:off x="0" y="0"/>
          <a:ext cx="0" cy="0"/>
          <a:chOff x="0" y="0"/>
          <a:chExt cx="0" cy="0"/>
        </a:xfrm>
      </p:grpSpPr>
      <p:sp>
        <p:nvSpPr>
          <p:cNvPr id="1893" name="Google Shape;1893;g804e9800b4_0_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4" name="Google Shape;1894;g804e9800b4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90"/>
        <p:cNvGrpSpPr/>
        <p:nvPr/>
      </p:nvGrpSpPr>
      <p:grpSpPr>
        <a:xfrm>
          <a:off x="0" y="0"/>
          <a:ext cx="0" cy="0"/>
          <a:chOff x="0" y="0"/>
          <a:chExt cx="0" cy="0"/>
        </a:xfrm>
      </p:grpSpPr>
      <p:sp>
        <p:nvSpPr>
          <p:cNvPr id="2691" name="Google Shape;2691;g8714a43093_1_2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2" name="Google Shape;2692;g8714a43093_1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58"/>
        <p:cNvGrpSpPr/>
        <p:nvPr/>
      </p:nvGrpSpPr>
      <p:grpSpPr>
        <a:xfrm>
          <a:off x="0" y="0"/>
          <a:ext cx="0" cy="0"/>
          <a:chOff x="0" y="0"/>
          <a:chExt cx="0" cy="0"/>
        </a:xfrm>
      </p:grpSpPr>
      <p:sp>
        <p:nvSpPr>
          <p:cNvPr id="2159" name="Google Shape;2159;g804e9800b4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79"/>
        <p:cNvGrpSpPr/>
        <p:nvPr/>
      </p:nvGrpSpPr>
      <p:grpSpPr>
        <a:xfrm>
          <a:off x="0" y="0"/>
          <a:ext cx="0" cy="0"/>
          <a:chOff x="0" y="0"/>
          <a:chExt cx="0" cy="0"/>
        </a:xfrm>
      </p:grpSpPr>
      <p:sp>
        <p:nvSpPr>
          <p:cNvPr id="2180" name="Google Shape;2180;g804e9800b4_0_1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804e9800b4_0_1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20"/>
        <p:cNvGrpSpPr/>
        <p:nvPr/>
      </p:nvGrpSpPr>
      <p:grpSpPr>
        <a:xfrm>
          <a:off x="0" y="0"/>
          <a:ext cx="0" cy="0"/>
          <a:chOff x="0" y="0"/>
          <a:chExt cx="0" cy="0"/>
        </a:xfrm>
      </p:grpSpPr>
      <p:sp>
        <p:nvSpPr>
          <p:cNvPr id="2221" name="Google Shape;2221;g804e9800b4_0_1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2" name="Google Shape;2222;g804e9800b4_0_1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32"/>
        <p:cNvGrpSpPr/>
        <p:nvPr/>
      </p:nvGrpSpPr>
      <p:grpSpPr>
        <a:xfrm>
          <a:off x="0" y="0"/>
          <a:ext cx="0" cy="0"/>
          <a:chOff x="0" y="0"/>
          <a:chExt cx="0" cy="0"/>
        </a:xfrm>
      </p:grpSpPr>
      <p:sp>
        <p:nvSpPr>
          <p:cNvPr id="2333" name="Google Shape;2333;g8728718f4e_1_13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4" name="Google Shape;2334;g8728718f4e_1_1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16"/>
        <p:cNvGrpSpPr/>
        <p:nvPr/>
      </p:nvGrpSpPr>
      <p:grpSpPr>
        <a:xfrm>
          <a:off x="0" y="0"/>
          <a:ext cx="0" cy="0"/>
          <a:chOff x="0" y="0"/>
          <a:chExt cx="0" cy="0"/>
        </a:xfrm>
      </p:grpSpPr>
      <p:sp>
        <p:nvSpPr>
          <p:cNvPr id="2617" name="Google Shape;2617;g8714a43093_5_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8" name="Google Shape;2618;g8714a43093_5_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32"/>
        <p:cNvGrpSpPr/>
        <p:nvPr/>
      </p:nvGrpSpPr>
      <p:grpSpPr>
        <a:xfrm>
          <a:off x="0" y="0"/>
          <a:ext cx="0" cy="0"/>
          <a:chOff x="0" y="0"/>
          <a:chExt cx="0" cy="0"/>
        </a:xfrm>
      </p:grpSpPr>
      <p:sp>
        <p:nvSpPr>
          <p:cNvPr id="2333" name="Google Shape;2333;g8728718f4e_1_13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4" name="Google Shape;2334;g8728718f4e_1_1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37"/>
        <p:cNvGrpSpPr/>
        <p:nvPr/>
      </p:nvGrpSpPr>
      <p:grpSpPr>
        <a:xfrm>
          <a:off x="0" y="0"/>
          <a:ext cx="0" cy="0"/>
          <a:chOff x="0" y="0"/>
          <a:chExt cx="0" cy="0"/>
        </a:xfrm>
      </p:grpSpPr>
      <p:sp>
        <p:nvSpPr>
          <p:cNvPr id="2338" name="Google Shape;2338;g86fa6133bc_4_215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9" name="Google Shape;2339;g86fa6133bc_4_215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92"/>
        <p:cNvGrpSpPr/>
        <p:nvPr/>
      </p:nvGrpSpPr>
      <p:grpSpPr>
        <a:xfrm>
          <a:off x="0" y="0"/>
          <a:ext cx="0" cy="0"/>
          <a:chOff x="0" y="0"/>
          <a:chExt cx="0" cy="0"/>
        </a:xfrm>
      </p:grpSpPr>
      <p:sp>
        <p:nvSpPr>
          <p:cNvPr id="1893" name="Google Shape;1893;g804e9800b4_0_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4" name="Google Shape;1894;g804e9800b4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smtClean="0">
                <a:solidFill>
                  <a:srgbClr val="000000"/>
                </a:solidFill>
                <a:effectLst/>
                <a:latin typeface="Arial"/>
                <a:ea typeface="Arial"/>
                <a:cs typeface="Arial"/>
                <a:sym typeface="Arial"/>
              </a:rPr>
              <a:t>The 2D convolution is a fairly simple operation at heart: you start with a kernel, which is simply a small matrix of weights. This kernel “slides” over the 2D input data, performing an elementwise multiplication with the part of the input it is currently on, and then summing up the results into a single output pixel . This applied for</a:t>
            </a:r>
            <a:r>
              <a:rPr lang="en-US" sz="1100" b="0" i="0" u="none" strike="noStrike" cap="none" baseline="0" dirty="0" smtClean="0">
                <a:solidFill>
                  <a:srgbClr val="000000"/>
                </a:solidFill>
                <a:effectLst/>
                <a:latin typeface="Arial"/>
                <a:ea typeface="Arial"/>
                <a:cs typeface="Arial"/>
                <a:sym typeface="Arial"/>
              </a:rPr>
              <a:t> features extraction</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sz="1100" b="0" i="0" u="none" strike="noStrike" cap="none" dirty="0" smtClean="0">
                <a:solidFill>
                  <a:srgbClr val="000000"/>
                </a:solidFill>
                <a:effectLst/>
                <a:latin typeface="Arial"/>
                <a:ea typeface="Arial"/>
                <a:cs typeface="Arial"/>
                <a:sym typeface="Arial"/>
              </a:rPr>
              <a:t>Max Pooling is </a:t>
            </a:r>
            <a:r>
              <a:rPr lang="en-US" sz="1100" b="1" i="0" u="none" strike="noStrike" cap="none" dirty="0" smtClean="0">
                <a:solidFill>
                  <a:srgbClr val="000000"/>
                </a:solidFill>
                <a:effectLst/>
                <a:latin typeface="Arial"/>
                <a:ea typeface="Arial"/>
                <a:cs typeface="Arial"/>
                <a:sym typeface="Arial"/>
              </a:rPr>
              <a:t>a pooling operation that calculates the maximum value for patches of a feature map, and uses it to create a </a:t>
            </a:r>
            <a:r>
              <a:rPr lang="en-US" sz="1100" b="1" i="0" u="none" strike="noStrike" cap="none" dirty="0" err="1" smtClean="0">
                <a:solidFill>
                  <a:srgbClr val="000000"/>
                </a:solidFill>
                <a:effectLst/>
                <a:latin typeface="Arial"/>
                <a:ea typeface="Arial"/>
                <a:cs typeface="Arial"/>
                <a:sym typeface="Arial"/>
              </a:rPr>
              <a:t>downsampled</a:t>
            </a:r>
            <a:r>
              <a:rPr lang="en-US" sz="1100" b="1" i="0" u="none" strike="noStrike" cap="none" dirty="0" smtClean="0">
                <a:solidFill>
                  <a:srgbClr val="000000"/>
                </a:solidFill>
                <a:effectLst/>
                <a:latin typeface="Arial"/>
                <a:ea typeface="Arial"/>
                <a:cs typeface="Arial"/>
                <a:sym typeface="Arial"/>
              </a:rPr>
              <a:t> (pooled) feature map</a:t>
            </a:r>
            <a:r>
              <a:rPr lang="en-US" sz="1100" b="0" i="0" u="none" strike="noStrike" cap="none" dirty="0" smtClean="0">
                <a:solidFill>
                  <a:srgbClr val="000000"/>
                </a:solidFill>
                <a:effectLst/>
                <a:latin typeface="Arial"/>
                <a:ea typeface="Arial"/>
                <a:cs typeface="Arial"/>
                <a:sym typeface="Arial"/>
              </a:rPr>
              <a:t>. It is usually used after a convolutional layer.is</a:t>
            </a:r>
            <a:r>
              <a:rPr lang="en-US" sz="1100" b="0" i="0" u="none" strike="noStrike" cap="none" baseline="0" dirty="0" smtClean="0">
                <a:solidFill>
                  <a:srgbClr val="000000"/>
                </a:solidFill>
                <a:effectLst/>
                <a:latin typeface="Arial"/>
                <a:ea typeface="Arial"/>
                <a:cs typeface="Arial"/>
                <a:sym typeface="Arial"/>
              </a:rPr>
              <a:t> used to reduce matrix dimension </a:t>
            </a:r>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sz="1100" b="1" i="1" u="none" strike="noStrike" cap="none" dirty="0" smtClean="0">
                <a:solidFill>
                  <a:srgbClr val="000000"/>
                </a:solidFill>
                <a:effectLst/>
                <a:latin typeface="Arial"/>
                <a:ea typeface="Arial"/>
                <a:cs typeface="Arial"/>
                <a:sym typeface="Arial"/>
              </a:rPr>
              <a:t>Flattening</a:t>
            </a:r>
            <a:r>
              <a:rPr lang="en-US" sz="1100" b="0" i="0" u="none" strike="noStrike" cap="none" dirty="0" smtClean="0">
                <a:solidFill>
                  <a:srgbClr val="000000"/>
                </a:solidFill>
                <a:effectLst/>
                <a:latin typeface="Arial"/>
                <a:ea typeface="Arial"/>
                <a:cs typeface="Arial"/>
                <a:sym typeface="Arial"/>
              </a:rPr>
              <a:t> is converting the data into a 1-dimensional array for inputting it to the next layer. We flatten the output of the convolutional layers to create a single long feature vector. And it is connected to the final classification model, which is called a </a:t>
            </a:r>
            <a:r>
              <a:rPr lang="en-US" sz="1100" b="1" i="1" u="none" strike="noStrike" cap="none" dirty="0" smtClean="0">
                <a:solidFill>
                  <a:srgbClr val="000000"/>
                </a:solidFill>
                <a:effectLst/>
                <a:latin typeface="Arial"/>
                <a:ea typeface="Arial"/>
                <a:cs typeface="Arial"/>
                <a:sym typeface="Arial"/>
              </a:rPr>
              <a:t>fully-connected</a:t>
            </a:r>
            <a:r>
              <a:rPr lang="en-US" sz="1100" b="0" i="0" u="none" strike="noStrike" cap="none" dirty="0" smtClean="0">
                <a:solidFill>
                  <a:srgbClr val="000000"/>
                </a:solidFill>
                <a:effectLst/>
                <a:latin typeface="Arial"/>
                <a:ea typeface="Arial"/>
                <a:cs typeface="Arial"/>
                <a:sym typeface="Arial"/>
              </a:rPr>
              <a:t> layer. In other words, we put all the pixel data in one line and make connections with the final layer.</a:t>
            </a:r>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28"/>
        <p:cNvGrpSpPr/>
        <p:nvPr/>
      </p:nvGrpSpPr>
      <p:grpSpPr>
        <a:xfrm>
          <a:off x="0" y="0"/>
          <a:ext cx="0" cy="0"/>
          <a:chOff x="0" y="0"/>
          <a:chExt cx="0" cy="0"/>
        </a:xfrm>
      </p:grpSpPr>
      <p:sp>
        <p:nvSpPr>
          <p:cNvPr id="2729" name="Google Shape;2729;g8714a43093_3_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0" name="Google Shape;2730;g8714a43093_3_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970"/>
        <p:cNvGrpSpPr/>
        <p:nvPr/>
      </p:nvGrpSpPr>
      <p:grpSpPr>
        <a:xfrm>
          <a:off x="0" y="0"/>
          <a:ext cx="0" cy="0"/>
          <a:chOff x="0" y="0"/>
          <a:chExt cx="0" cy="0"/>
        </a:xfrm>
      </p:grpSpPr>
      <p:sp>
        <p:nvSpPr>
          <p:cNvPr id="2971" name="Google Shape;2971;g8714a43093_1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2" name="Google Shape;2972;g8714a43093_1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970"/>
        <p:cNvGrpSpPr/>
        <p:nvPr/>
      </p:nvGrpSpPr>
      <p:grpSpPr>
        <a:xfrm>
          <a:off x="0" y="0"/>
          <a:ext cx="0" cy="0"/>
          <a:chOff x="0" y="0"/>
          <a:chExt cx="0" cy="0"/>
        </a:xfrm>
      </p:grpSpPr>
      <p:sp>
        <p:nvSpPr>
          <p:cNvPr id="2971" name="Google Shape;2971;g8714a43093_1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2" name="Google Shape;2972;g8714a43093_1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28"/>
        <p:cNvGrpSpPr/>
        <p:nvPr/>
      </p:nvGrpSpPr>
      <p:grpSpPr>
        <a:xfrm>
          <a:off x="0" y="0"/>
          <a:ext cx="0" cy="0"/>
          <a:chOff x="0" y="0"/>
          <a:chExt cx="0" cy="0"/>
        </a:xfrm>
      </p:grpSpPr>
      <p:sp>
        <p:nvSpPr>
          <p:cNvPr id="2729" name="Google Shape;2729;g8714a43093_3_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0" name="Google Shape;2730;g8714a43093_3_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28"/>
        <p:cNvGrpSpPr/>
        <p:nvPr/>
      </p:nvGrpSpPr>
      <p:grpSpPr>
        <a:xfrm>
          <a:off x="0" y="0"/>
          <a:ext cx="0" cy="0"/>
          <a:chOff x="0" y="0"/>
          <a:chExt cx="0" cy="0"/>
        </a:xfrm>
      </p:grpSpPr>
      <p:sp>
        <p:nvSpPr>
          <p:cNvPr id="2729" name="Google Shape;2729;g8714a43093_3_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0" name="Google Shape;2730;g8714a43093_3_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28"/>
        <p:cNvGrpSpPr/>
        <p:nvPr/>
      </p:nvGrpSpPr>
      <p:grpSpPr>
        <a:xfrm>
          <a:off x="0" y="0"/>
          <a:ext cx="0" cy="0"/>
          <a:chOff x="0" y="0"/>
          <a:chExt cx="0" cy="0"/>
        </a:xfrm>
      </p:grpSpPr>
      <p:sp>
        <p:nvSpPr>
          <p:cNvPr id="2729" name="Google Shape;2729;g8714a43093_3_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0" name="Google Shape;2730;g8714a43093_3_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7"/>
        <p:cNvGrpSpPr/>
        <p:nvPr/>
      </p:nvGrpSpPr>
      <p:grpSpPr>
        <a:xfrm>
          <a:off x="0" y="0"/>
          <a:ext cx="0" cy="0"/>
          <a:chOff x="0" y="0"/>
          <a:chExt cx="0" cy="0"/>
        </a:xfrm>
      </p:grpSpPr>
      <p:sp>
        <p:nvSpPr>
          <p:cNvPr id="8" name="Google Shape;8;p2"/>
          <p:cNvSpPr txBox="1">
            <a:spLocks noGrp="1"/>
          </p:cNvSpPr>
          <p:nvPr>
            <p:ph type="ctrTitle"/>
          </p:nvPr>
        </p:nvSpPr>
        <p:spPr>
          <a:xfrm>
            <a:off x="5248656" y="2002536"/>
            <a:ext cx="3264300" cy="1792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5200"/>
              <a:buNone/>
              <a:defRPr sz="5200"/>
            </a:lvl1pPr>
            <a:lvl2pPr lvl="1" algn="r" rtl="0">
              <a:spcBef>
                <a:spcPts val="0"/>
              </a:spcBef>
              <a:spcAft>
                <a:spcPts val="0"/>
              </a:spcAft>
              <a:buSzPts val="5200"/>
              <a:buNone/>
              <a:defRPr sz="5200"/>
            </a:lvl2pPr>
            <a:lvl3pPr lvl="2" algn="r" rtl="0">
              <a:spcBef>
                <a:spcPts val="0"/>
              </a:spcBef>
              <a:spcAft>
                <a:spcPts val="0"/>
              </a:spcAft>
              <a:buSzPts val="5200"/>
              <a:buNone/>
              <a:defRPr sz="5200"/>
            </a:lvl3pPr>
            <a:lvl4pPr lvl="3" algn="r" rtl="0">
              <a:spcBef>
                <a:spcPts val="0"/>
              </a:spcBef>
              <a:spcAft>
                <a:spcPts val="0"/>
              </a:spcAft>
              <a:buSzPts val="5200"/>
              <a:buNone/>
              <a:defRPr sz="5200"/>
            </a:lvl4pPr>
            <a:lvl5pPr lvl="4" algn="r" rtl="0">
              <a:spcBef>
                <a:spcPts val="0"/>
              </a:spcBef>
              <a:spcAft>
                <a:spcPts val="0"/>
              </a:spcAft>
              <a:buSzPts val="5200"/>
              <a:buNone/>
              <a:defRPr sz="5200"/>
            </a:lvl5pPr>
            <a:lvl6pPr lvl="5" algn="r" rtl="0">
              <a:spcBef>
                <a:spcPts val="0"/>
              </a:spcBef>
              <a:spcAft>
                <a:spcPts val="0"/>
              </a:spcAft>
              <a:buSzPts val="5200"/>
              <a:buNone/>
              <a:defRPr sz="5200"/>
            </a:lvl6pPr>
            <a:lvl7pPr lvl="6" algn="r" rtl="0">
              <a:spcBef>
                <a:spcPts val="0"/>
              </a:spcBef>
              <a:spcAft>
                <a:spcPts val="0"/>
              </a:spcAft>
              <a:buSzPts val="5200"/>
              <a:buNone/>
              <a:defRPr sz="5200"/>
            </a:lvl7pPr>
            <a:lvl8pPr lvl="7" algn="r" rtl="0">
              <a:spcBef>
                <a:spcPts val="0"/>
              </a:spcBef>
              <a:spcAft>
                <a:spcPts val="0"/>
              </a:spcAft>
              <a:buSzPts val="5200"/>
              <a:buNone/>
              <a:defRPr sz="5200"/>
            </a:lvl8pPr>
            <a:lvl9pPr lvl="8" algn="r" rtl="0">
              <a:spcBef>
                <a:spcPts val="0"/>
              </a:spcBef>
              <a:spcAft>
                <a:spcPts val="0"/>
              </a:spcAft>
              <a:buSzPts val="5200"/>
              <a:buNone/>
              <a:defRPr sz="5200"/>
            </a:lvl9pPr>
          </a:lstStyle>
          <a:p/>
        </p:txBody>
      </p:sp>
      <p:sp>
        <p:nvSpPr>
          <p:cNvPr id="9" name="Google Shape;9;p2"/>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1pPr>
            <a:lvl2pPr lvl="1"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2pPr>
            <a:lvl3pPr lvl="2"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3pPr>
            <a:lvl4pPr lvl="3"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4pPr>
            <a:lvl5pPr lvl="4"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5pPr>
            <a:lvl6pPr lvl="5"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6pPr>
            <a:lvl7pPr lvl="6"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7pPr>
            <a:lvl8pPr lvl="7"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8pPr>
            <a:lvl9pPr lvl="8"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9pPr>
          </a:lstStyle>
          <a:p/>
        </p:txBody>
      </p:sp>
      <p:cxnSp>
        <p:nvCxnSpPr>
          <p:cNvPr id="10" name="Google Shape;10;p2"/>
          <p:cNvCxnSpPr/>
          <p:nvPr/>
        </p:nvCxnSpPr>
        <p:spPr>
          <a:xfrm flipH="1">
            <a:off x="5827050" y="451300"/>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11;p2"/>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13" name="Google Shape;13;p2"/>
          <p:cNvGrpSpPr/>
          <p:nvPr/>
        </p:nvGrpSpPr>
        <p:grpSpPr>
          <a:xfrm>
            <a:off x="8064275" y="887850"/>
            <a:ext cx="581800" cy="582350"/>
            <a:chOff x="8064275" y="887850"/>
            <a:chExt cx="581800" cy="582350"/>
          </a:xfrm>
        </p:grpSpPr>
        <p:sp>
          <p:nvSpPr>
            <p:cNvPr id="14" name="Google Shape;14;p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 name="Google Shape;15;p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 name="Google Shape;16;p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 name="Google Shape;17;p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 name="Google Shape;18;p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 name="Google Shape;19;p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0" name="Google Shape;20;p2"/>
          <p:cNvGrpSpPr/>
          <p:nvPr/>
        </p:nvGrpSpPr>
        <p:grpSpPr>
          <a:xfrm>
            <a:off x="7353050" y="316275"/>
            <a:ext cx="292025" cy="292575"/>
            <a:chOff x="7353050" y="316275"/>
            <a:chExt cx="292025" cy="292575"/>
          </a:xfrm>
        </p:grpSpPr>
        <p:sp>
          <p:nvSpPr>
            <p:cNvPr id="21" name="Google Shape;21;p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 name="Google Shape;22;p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 name="Google Shape;23;p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 name="Google Shape;24;p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5" name="Google Shape;25;p2"/>
          <p:cNvSpPr/>
          <p:nvPr/>
        </p:nvSpPr>
        <p:spPr>
          <a:xfrm>
            <a:off x="5690580" y="4258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 name="Google Shape;26;p2"/>
          <p:cNvSpPr/>
          <p:nvPr/>
        </p:nvSpPr>
        <p:spPr>
          <a:xfrm>
            <a:off x="5688325" y="4232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 name="Google Shape;27;p2"/>
          <p:cNvSpPr/>
          <p:nvPr/>
        </p:nvSpPr>
        <p:spPr>
          <a:xfrm>
            <a:off x="5727069" y="4623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 name="Google Shape;28;p2"/>
          <p:cNvSpPr/>
          <p:nvPr/>
        </p:nvSpPr>
        <p:spPr>
          <a:xfrm>
            <a:off x="5724827" y="4597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 name="Google Shape;29;p2"/>
          <p:cNvSpPr/>
          <p:nvPr/>
        </p:nvSpPr>
        <p:spPr>
          <a:xfrm>
            <a:off x="5766657" y="5018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 name="Google Shape;30;p2"/>
          <p:cNvSpPr/>
          <p:nvPr/>
        </p:nvSpPr>
        <p:spPr>
          <a:xfrm>
            <a:off x="5764415" y="4996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1" name="Google Shape;31;p2"/>
          <p:cNvGrpSpPr/>
          <p:nvPr/>
        </p:nvGrpSpPr>
        <p:grpSpPr>
          <a:xfrm>
            <a:off x="5443350" y="289275"/>
            <a:ext cx="175013" cy="27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 name="Google Shape;33;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 name="Google Shape;34;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5" name="Google Shape;35;p2"/>
          <p:cNvGrpSpPr/>
          <p:nvPr/>
        </p:nvGrpSpPr>
        <p:grpSpPr>
          <a:xfrm>
            <a:off x="8490050" y="170875"/>
            <a:ext cx="175013" cy="27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 name="Google Shape;38;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9" name="Google Shape;39;p2"/>
          <p:cNvGrpSpPr/>
          <p:nvPr/>
        </p:nvGrpSpPr>
        <p:grpSpPr>
          <a:xfrm>
            <a:off x="8068750" y="1581800"/>
            <a:ext cx="175013" cy="27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 name="Google Shape;41;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 name="Google Shape;42;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43"/>
        <p:cNvGrpSpPr/>
        <p:nvPr/>
      </p:nvGrpSpPr>
      <p:grpSpPr>
        <a:xfrm>
          <a:off x="0" y="0"/>
          <a:ext cx="0" cy="0"/>
          <a:chOff x="0" y="0"/>
          <a:chExt cx="0" cy="0"/>
        </a:xfrm>
      </p:grpSpPr>
      <p:grpSp>
        <p:nvGrpSpPr>
          <p:cNvPr id="44" name="Google Shape;44;p3"/>
          <p:cNvGrpSpPr/>
          <p:nvPr/>
        </p:nvGrpSpPr>
        <p:grpSpPr>
          <a:xfrm>
            <a:off x="2132649" y="713253"/>
            <a:ext cx="4878702" cy="3717004"/>
            <a:chOff x="399425" y="238125"/>
            <a:chExt cx="6810025" cy="5187000"/>
          </a:xfrm>
        </p:grpSpPr>
        <p:sp>
          <p:nvSpPr>
            <p:cNvPr id="45" name="Google Shape;45;p3"/>
            <p:cNvSpPr/>
            <p:nvPr/>
          </p:nvSpPr>
          <p:spPr>
            <a:xfrm>
              <a:off x="399425" y="238325"/>
              <a:ext cx="6810025" cy="5186100"/>
            </a:xfrm>
            <a:custGeom>
              <a:avLst/>
              <a:gdLst/>
              <a:ahLst/>
              <a:cxnLst/>
              <a:rect l="l" t="t" r="r" b="b"/>
              <a:pathLst>
                <a:path w="272401" h="207444" extrusionOk="0">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 name="Google Shape;46;p3"/>
            <p:cNvSpPr/>
            <p:nvPr/>
          </p:nvSpPr>
          <p:spPr>
            <a:xfrm>
              <a:off x="491875" y="238125"/>
              <a:ext cx="6575225" cy="5187000"/>
            </a:xfrm>
            <a:custGeom>
              <a:avLst/>
              <a:gdLst/>
              <a:ahLst/>
              <a:cxnLst/>
              <a:rect l="l" t="t" r="r" b="b"/>
              <a:pathLst>
                <a:path w="263009" h="207480" extrusionOk="0">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7" name="Google Shape;47;p3"/>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p:txBody>
      </p:sp>
      <p:sp>
        <p:nvSpPr>
          <p:cNvPr id="48" name="Google Shape;48;p3"/>
          <p:cNvSpPr txBox="1">
            <a:spLocks noGrp="1"/>
          </p:cNvSpPr>
          <p:nvPr>
            <p:ph type="title" idx="2" hasCustomPrompt="1"/>
          </p:nvPr>
        </p:nvSpPr>
        <p:spPr>
          <a:xfrm>
            <a:off x="2971800" y="1161288"/>
            <a:ext cx="2967600" cy="106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49" name="Google Shape;49;p3"/>
          <p:cNvSpPr txBox="1">
            <a:spLocks noGrp="1"/>
          </p:cNvSpPr>
          <p:nvPr>
            <p:ph type="subTitle" idx="1"/>
          </p:nvPr>
        </p:nvSpPr>
        <p:spPr>
          <a:xfrm>
            <a:off x="2973225" y="2999232"/>
            <a:ext cx="3200400" cy="685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grpSp>
        <p:nvGrpSpPr>
          <p:cNvPr id="50" name="Google Shape;50;p3"/>
          <p:cNvGrpSpPr/>
          <p:nvPr/>
        </p:nvGrpSpPr>
        <p:grpSpPr>
          <a:xfrm>
            <a:off x="432850" y="0"/>
            <a:ext cx="8278300" cy="5165700"/>
            <a:chOff x="432850" y="0"/>
            <a:chExt cx="8278300" cy="5165700"/>
          </a:xfrm>
        </p:grpSpPr>
        <p:cxnSp>
          <p:nvCxnSpPr>
            <p:cNvPr id="51" name="Google Shape;51;p3"/>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52" name="Google Shape;52;p3"/>
            <p:cNvGrpSpPr/>
            <p:nvPr/>
          </p:nvGrpSpPr>
          <p:grpSpPr>
            <a:xfrm>
              <a:off x="8129350" y="4292175"/>
              <a:ext cx="581800" cy="582350"/>
              <a:chOff x="8064275" y="887850"/>
              <a:chExt cx="581800" cy="582350"/>
            </a:xfrm>
          </p:grpSpPr>
          <p:sp>
            <p:nvSpPr>
              <p:cNvPr id="53" name="Google Shape;53;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 name="Google Shape;54;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 name="Google Shape;55;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 name="Google Shape;56;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 name="Google Shape;57;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 name="Google Shape;58;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9" name="Google Shape;59;p3"/>
            <p:cNvGrpSpPr/>
            <p:nvPr/>
          </p:nvGrpSpPr>
          <p:grpSpPr>
            <a:xfrm>
              <a:off x="8274238" y="3720600"/>
              <a:ext cx="292025" cy="292575"/>
              <a:chOff x="7353050" y="316275"/>
              <a:chExt cx="292025" cy="292575"/>
            </a:xfrm>
          </p:grpSpPr>
          <p:sp>
            <p:nvSpPr>
              <p:cNvPr id="60" name="Google Shape;60;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 name="Google Shape;61;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 name="Google Shape;62;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 name="Google Shape;63;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4" name="Google Shape;64;p3"/>
            <p:cNvGrpSpPr/>
            <p:nvPr/>
          </p:nvGrpSpPr>
          <p:grpSpPr>
            <a:xfrm>
              <a:off x="8332763" y="3212475"/>
              <a:ext cx="175000" cy="175000"/>
              <a:chOff x="8792300" y="321275"/>
              <a:chExt cx="175000" cy="175000"/>
            </a:xfrm>
          </p:grpSpPr>
          <p:sp>
            <p:nvSpPr>
              <p:cNvPr id="65" name="Google Shape;65;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 name="Google Shape;66;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 name="Google Shape;67;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 name="Google Shape;68;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69" name="Google Shape;69;p3"/>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70" name="Google Shape;70;p3"/>
            <p:cNvGrpSpPr/>
            <p:nvPr/>
          </p:nvGrpSpPr>
          <p:grpSpPr>
            <a:xfrm rot="10800000">
              <a:off x="432850" y="291788"/>
              <a:ext cx="581800" cy="582350"/>
              <a:chOff x="8064275" y="887850"/>
              <a:chExt cx="581800" cy="582350"/>
            </a:xfrm>
          </p:grpSpPr>
          <p:sp>
            <p:nvSpPr>
              <p:cNvPr id="71" name="Google Shape;71;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 name="Google Shape;72;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 name="Google Shape;73;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 name="Google Shape;74;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 name="Google Shape;75;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 name="Google Shape;76;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7" name="Google Shape;77;p3"/>
            <p:cNvGrpSpPr/>
            <p:nvPr/>
          </p:nvGrpSpPr>
          <p:grpSpPr>
            <a:xfrm rot="10800000">
              <a:off x="577738" y="1153138"/>
              <a:ext cx="292025" cy="292575"/>
              <a:chOff x="7353050" y="316275"/>
              <a:chExt cx="292025" cy="292575"/>
            </a:xfrm>
          </p:grpSpPr>
          <p:sp>
            <p:nvSpPr>
              <p:cNvPr id="78" name="Google Shape;78;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 name="Google Shape;79;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 name="Google Shape;80;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 name="Google Shape;81;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2" name="Google Shape;82;p3"/>
            <p:cNvGrpSpPr/>
            <p:nvPr/>
          </p:nvGrpSpPr>
          <p:grpSpPr>
            <a:xfrm rot="10800000">
              <a:off x="636238" y="1778838"/>
              <a:ext cx="175000" cy="175000"/>
              <a:chOff x="8792300" y="321275"/>
              <a:chExt cx="175000" cy="175000"/>
            </a:xfrm>
          </p:grpSpPr>
          <p:sp>
            <p:nvSpPr>
              <p:cNvPr id="83" name="Google Shape;83;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 name="Google Shape;84;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 name="Google Shape;85;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 name="Google Shape;86;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7" name="Google Shape;87;p3"/>
            <p:cNvGrpSpPr/>
            <p:nvPr/>
          </p:nvGrpSpPr>
          <p:grpSpPr>
            <a:xfrm>
              <a:off x="432850" y="2003163"/>
              <a:ext cx="175013" cy="27000"/>
              <a:chOff x="5662375" y="212375"/>
              <a:chExt cx="175013" cy="27000"/>
            </a:xfrm>
          </p:grpSpPr>
          <p:sp>
            <p:nvSpPr>
              <p:cNvPr id="88" name="Google Shape;88;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 name="Google Shape;89;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 name="Google Shape;90;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1" name="Google Shape;91;p3"/>
            <p:cNvGrpSpPr/>
            <p:nvPr/>
          </p:nvGrpSpPr>
          <p:grpSpPr>
            <a:xfrm>
              <a:off x="788100" y="208488"/>
              <a:ext cx="175013" cy="27000"/>
              <a:chOff x="5662375" y="212375"/>
              <a:chExt cx="175013" cy="27000"/>
            </a:xfrm>
          </p:grpSpPr>
          <p:sp>
            <p:nvSpPr>
              <p:cNvPr id="92" name="Google Shape;92;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 name="Google Shape;93;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 name="Google Shape;94;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5" name="Google Shape;95;p3"/>
            <p:cNvGrpSpPr/>
            <p:nvPr/>
          </p:nvGrpSpPr>
          <p:grpSpPr>
            <a:xfrm>
              <a:off x="8129350" y="4988725"/>
              <a:ext cx="175013" cy="27000"/>
              <a:chOff x="5662375" y="212375"/>
              <a:chExt cx="175013" cy="27000"/>
            </a:xfrm>
          </p:grpSpPr>
          <p:sp>
            <p:nvSpPr>
              <p:cNvPr id="96" name="Google Shape;96;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 name="Google Shape;97;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 name="Google Shape;98;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9" name="Google Shape;99;p3"/>
            <p:cNvGrpSpPr/>
            <p:nvPr/>
          </p:nvGrpSpPr>
          <p:grpSpPr>
            <a:xfrm>
              <a:off x="8497550" y="3429425"/>
              <a:ext cx="175013" cy="27000"/>
              <a:chOff x="5662375" y="212375"/>
              <a:chExt cx="175013" cy="27000"/>
            </a:xfrm>
          </p:grpSpPr>
          <p:sp>
            <p:nvSpPr>
              <p:cNvPr id="100" name="Google Shape;100;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 name="Google Shape;101;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 name="Google Shape;102;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03" name="Google Shape;103;p3"/>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3"/>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05" name="Google Shape;105;p3"/>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 name="Google Shape;106;p3"/>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 name="Google Shape;107;p3"/>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 name="Google Shape;108;p3"/>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09"/>
        <p:cNvGrpSpPr/>
        <p:nvPr/>
      </p:nvGrpSpPr>
      <p:grpSpPr>
        <a:xfrm>
          <a:off x="0" y="0"/>
          <a:ext cx="0" cy="0"/>
          <a:chOff x="0" y="0"/>
          <a:chExt cx="0" cy="0"/>
        </a:xfrm>
      </p:grpSpPr>
      <p:sp>
        <p:nvSpPr>
          <p:cNvPr id="110" name="Google Shape;110;p4"/>
          <p:cNvSpPr txBox="1">
            <a:spLocks noGrp="1"/>
          </p:cNvSpPr>
          <p:nvPr>
            <p:ph type="subTitle" idx="1"/>
          </p:nvPr>
        </p:nvSpPr>
        <p:spPr>
          <a:xfrm>
            <a:off x="2167128" y="3054096"/>
            <a:ext cx="4809600" cy="1134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grpSp>
        <p:nvGrpSpPr>
          <p:cNvPr id="111" name="Google Shape;111;p4"/>
          <p:cNvGrpSpPr/>
          <p:nvPr/>
        </p:nvGrpSpPr>
        <p:grpSpPr>
          <a:xfrm>
            <a:off x="4484494" y="4433000"/>
            <a:ext cx="175013" cy="27000"/>
            <a:chOff x="5662375" y="212375"/>
            <a:chExt cx="175013" cy="27000"/>
          </a:xfrm>
        </p:grpSpPr>
        <p:sp>
          <p:nvSpPr>
            <p:cNvPr id="112" name="Google Shape;11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 name="Google Shape;11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 name="Google Shape;11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15" name="Google Shape;115;p4"/>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p:txBody>
      </p:sp>
      <p:grpSp>
        <p:nvGrpSpPr>
          <p:cNvPr id="116" name="Google Shape;116;p4"/>
          <p:cNvGrpSpPr/>
          <p:nvPr/>
        </p:nvGrpSpPr>
        <p:grpSpPr>
          <a:xfrm>
            <a:off x="432850" y="0"/>
            <a:ext cx="8278300" cy="5165700"/>
            <a:chOff x="432850" y="0"/>
            <a:chExt cx="8278300" cy="5165700"/>
          </a:xfrm>
        </p:grpSpPr>
        <p:cxnSp>
          <p:nvCxnSpPr>
            <p:cNvPr id="117" name="Google Shape;117;p4"/>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18" name="Google Shape;118;p4"/>
            <p:cNvGrpSpPr/>
            <p:nvPr/>
          </p:nvGrpSpPr>
          <p:grpSpPr>
            <a:xfrm>
              <a:off x="8129350" y="4292175"/>
              <a:ext cx="581800" cy="582350"/>
              <a:chOff x="8064275" y="887850"/>
              <a:chExt cx="581800" cy="582350"/>
            </a:xfrm>
          </p:grpSpPr>
          <p:sp>
            <p:nvSpPr>
              <p:cNvPr id="119" name="Google Shape;119;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 name="Google Shape;120;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 name="Google Shape;121;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 name="Google Shape;122;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 name="Google Shape;123;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 name="Google Shape;124;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5" name="Google Shape;125;p4"/>
            <p:cNvGrpSpPr/>
            <p:nvPr/>
          </p:nvGrpSpPr>
          <p:grpSpPr>
            <a:xfrm>
              <a:off x="8274238" y="3720600"/>
              <a:ext cx="292025" cy="292575"/>
              <a:chOff x="7353050" y="316275"/>
              <a:chExt cx="292025" cy="292575"/>
            </a:xfrm>
          </p:grpSpPr>
          <p:sp>
            <p:nvSpPr>
              <p:cNvPr id="126" name="Google Shape;126;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 name="Google Shape;127;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 name="Google Shape;128;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 name="Google Shape;129;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0" name="Google Shape;130;p4"/>
            <p:cNvGrpSpPr/>
            <p:nvPr/>
          </p:nvGrpSpPr>
          <p:grpSpPr>
            <a:xfrm>
              <a:off x="8332763" y="3212475"/>
              <a:ext cx="175000" cy="175000"/>
              <a:chOff x="8792300" y="321275"/>
              <a:chExt cx="175000" cy="175000"/>
            </a:xfrm>
          </p:grpSpPr>
          <p:sp>
            <p:nvSpPr>
              <p:cNvPr id="131" name="Google Shape;131;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 name="Google Shape;132;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 name="Google Shape;133;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 name="Google Shape;134;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35" name="Google Shape;135;p4"/>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36" name="Google Shape;136;p4"/>
            <p:cNvGrpSpPr/>
            <p:nvPr/>
          </p:nvGrpSpPr>
          <p:grpSpPr>
            <a:xfrm rot="10800000">
              <a:off x="432850" y="291788"/>
              <a:ext cx="581800" cy="582350"/>
              <a:chOff x="8064275" y="887850"/>
              <a:chExt cx="581800" cy="582350"/>
            </a:xfrm>
          </p:grpSpPr>
          <p:sp>
            <p:nvSpPr>
              <p:cNvPr id="137" name="Google Shape;137;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 name="Google Shape;138;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 name="Google Shape;139;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 name="Google Shape;140;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 name="Google Shape;141;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 name="Google Shape;142;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3" name="Google Shape;143;p4"/>
            <p:cNvGrpSpPr/>
            <p:nvPr/>
          </p:nvGrpSpPr>
          <p:grpSpPr>
            <a:xfrm rot="10800000">
              <a:off x="577738" y="1153138"/>
              <a:ext cx="292025" cy="292575"/>
              <a:chOff x="7353050" y="316275"/>
              <a:chExt cx="292025" cy="292575"/>
            </a:xfrm>
          </p:grpSpPr>
          <p:sp>
            <p:nvSpPr>
              <p:cNvPr id="144" name="Google Shape;144;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 name="Google Shape;145;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 name="Google Shape;146;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 name="Google Shape;147;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8" name="Google Shape;148;p4"/>
            <p:cNvGrpSpPr/>
            <p:nvPr/>
          </p:nvGrpSpPr>
          <p:grpSpPr>
            <a:xfrm rot="10800000">
              <a:off x="636238" y="1778838"/>
              <a:ext cx="175000" cy="175000"/>
              <a:chOff x="8792300" y="321275"/>
              <a:chExt cx="175000" cy="175000"/>
            </a:xfrm>
          </p:grpSpPr>
          <p:sp>
            <p:nvSpPr>
              <p:cNvPr id="149" name="Google Shape;149;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 name="Google Shape;150;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 name="Google Shape;151;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 name="Google Shape;152;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3" name="Google Shape;153;p4"/>
            <p:cNvGrpSpPr/>
            <p:nvPr/>
          </p:nvGrpSpPr>
          <p:grpSpPr>
            <a:xfrm>
              <a:off x="432850" y="2003163"/>
              <a:ext cx="175013" cy="27000"/>
              <a:chOff x="5662375" y="212375"/>
              <a:chExt cx="175013" cy="27000"/>
            </a:xfrm>
          </p:grpSpPr>
          <p:sp>
            <p:nvSpPr>
              <p:cNvPr id="154" name="Google Shape;154;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 name="Google Shape;155;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 name="Google Shape;156;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7" name="Google Shape;157;p4"/>
            <p:cNvGrpSpPr/>
            <p:nvPr/>
          </p:nvGrpSpPr>
          <p:grpSpPr>
            <a:xfrm>
              <a:off x="788100" y="208488"/>
              <a:ext cx="175013" cy="27000"/>
              <a:chOff x="5662375" y="212375"/>
              <a:chExt cx="175013" cy="27000"/>
            </a:xfrm>
          </p:grpSpPr>
          <p:sp>
            <p:nvSpPr>
              <p:cNvPr id="158" name="Google Shape;158;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 name="Google Shape;159;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 name="Google Shape;160;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61" name="Google Shape;161;p4"/>
            <p:cNvGrpSpPr/>
            <p:nvPr/>
          </p:nvGrpSpPr>
          <p:grpSpPr>
            <a:xfrm>
              <a:off x="8129350" y="4988725"/>
              <a:ext cx="175013" cy="27000"/>
              <a:chOff x="5662375" y="212375"/>
              <a:chExt cx="175013" cy="27000"/>
            </a:xfrm>
          </p:grpSpPr>
          <p:sp>
            <p:nvSpPr>
              <p:cNvPr id="162" name="Google Shape;16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 name="Google Shape;16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 name="Google Shape;16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65" name="Google Shape;165;p4"/>
            <p:cNvGrpSpPr/>
            <p:nvPr/>
          </p:nvGrpSpPr>
          <p:grpSpPr>
            <a:xfrm>
              <a:off x="8497550" y="3429425"/>
              <a:ext cx="175013" cy="27000"/>
              <a:chOff x="5662375" y="212375"/>
              <a:chExt cx="175013" cy="27000"/>
            </a:xfrm>
          </p:grpSpPr>
          <p:sp>
            <p:nvSpPr>
              <p:cNvPr id="166" name="Google Shape;166;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 name="Google Shape;167;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 name="Google Shape;168;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69" name="Google Shape;169;p4"/>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70" name="Google Shape;170;p4"/>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71" name="Google Shape;171;p4"/>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 name="Google Shape;172;p4"/>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 name="Google Shape;173;p4"/>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 name="Google Shape;174;p4"/>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242"/>
        <p:cNvGrpSpPr/>
        <p:nvPr/>
      </p:nvGrpSpPr>
      <p:grpSpPr>
        <a:xfrm>
          <a:off x="0" y="0"/>
          <a:ext cx="0" cy="0"/>
          <a:chOff x="0" y="0"/>
          <a:chExt cx="0" cy="0"/>
        </a:xfrm>
      </p:grpSpPr>
      <p:sp>
        <p:nvSpPr>
          <p:cNvPr id="243" name="Google Shape;243;p6"/>
          <p:cNvSpPr txBox="1">
            <a:spLocks noGrp="1"/>
          </p:cNvSpPr>
          <p:nvPr>
            <p:ph type="title"/>
          </p:nvPr>
        </p:nvSpPr>
        <p:spPr>
          <a:xfrm>
            <a:off x="1823475" y="338328"/>
            <a:ext cx="54969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grpSp>
        <p:nvGrpSpPr>
          <p:cNvPr id="244" name="Google Shape;244;p6"/>
          <p:cNvGrpSpPr/>
          <p:nvPr/>
        </p:nvGrpSpPr>
        <p:grpSpPr>
          <a:xfrm>
            <a:off x="432850" y="0"/>
            <a:ext cx="8278300" cy="5165700"/>
            <a:chOff x="432850" y="0"/>
            <a:chExt cx="8278300" cy="5165700"/>
          </a:xfrm>
        </p:grpSpPr>
        <p:cxnSp>
          <p:nvCxnSpPr>
            <p:cNvPr id="245" name="Google Shape;245;p6"/>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46" name="Google Shape;246;p6"/>
            <p:cNvGrpSpPr/>
            <p:nvPr/>
          </p:nvGrpSpPr>
          <p:grpSpPr>
            <a:xfrm>
              <a:off x="8129350" y="4292175"/>
              <a:ext cx="581800" cy="582350"/>
              <a:chOff x="8064275" y="887850"/>
              <a:chExt cx="581800" cy="582350"/>
            </a:xfrm>
          </p:grpSpPr>
          <p:sp>
            <p:nvSpPr>
              <p:cNvPr id="247" name="Google Shape;247;p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8" name="Google Shape;248;p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 name="Google Shape;249;p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 name="Google Shape;250;p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1" name="Google Shape;251;p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 name="Google Shape;252;p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53" name="Google Shape;253;p6"/>
            <p:cNvGrpSpPr/>
            <p:nvPr/>
          </p:nvGrpSpPr>
          <p:grpSpPr>
            <a:xfrm>
              <a:off x="8274238" y="3720600"/>
              <a:ext cx="292025" cy="292575"/>
              <a:chOff x="7353050" y="316275"/>
              <a:chExt cx="292025" cy="292575"/>
            </a:xfrm>
          </p:grpSpPr>
          <p:sp>
            <p:nvSpPr>
              <p:cNvPr id="254" name="Google Shape;254;p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5" name="Google Shape;255;p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6" name="Google Shape;256;p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7" name="Google Shape;257;p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58" name="Google Shape;258;p6"/>
            <p:cNvGrpSpPr/>
            <p:nvPr/>
          </p:nvGrpSpPr>
          <p:grpSpPr>
            <a:xfrm>
              <a:off x="8332763" y="3212475"/>
              <a:ext cx="175000" cy="175000"/>
              <a:chOff x="8792300" y="321275"/>
              <a:chExt cx="175000" cy="175000"/>
            </a:xfrm>
          </p:grpSpPr>
          <p:sp>
            <p:nvSpPr>
              <p:cNvPr id="259" name="Google Shape;259;p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0" name="Google Shape;260;p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1" name="Google Shape;261;p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2" name="Google Shape;262;p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263" name="Google Shape;263;p6"/>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64" name="Google Shape;264;p6"/>
            <p:cNvGrpSpPr/>
            <p:nvPr/>
          </p:nvGrpSpPr>
          <p:grpSpPr>
            <a:xfrm rot="10800000">
              <a:off x="432850" y="291788"/>
              <a:ext cx="581800" cy="582350"/>
              <a:chOff x="8064275" y="887850"/>
              <a:chExt cx="581800" cy="582350"/>
            </a:xfrm>
          </p:grpSpPr>
          <p:sp>
            <p:nvSpPr>
              <p:cNvPr id="265" name="Google Shape;265;p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6" name="Google Shape;266;p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7" name="Google Shape;267;p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8" name="Google Shape;268;p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9" name="Google Shape;269;p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0" name="Google Shape;270;p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71" name="Google Shape;271;p6"/>
            <p:cNvGrpSpPr/>
            <p:nvPr/>
          </p:nvGrpSpPr>
          <p:grpSpPr>
            <a:xfrm rot="10800000">
              <a:off x="577738" y="1153138"/>
              <a:ext cx="292025" cy="292575"/>
              <a:chOff x="7353050" y="316275"/>
              <a:chExt cx="292025" cy="292575"/>
            </a:xfrm>
          </p:grpSpPr>
          <p:sp>
            <p:nvSpPr>
              <p:cNvPr id="272" name="Google Shape;272;p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 name="Google Shape;273;p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 name="Google Shape;274;p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 name="Google Shape;275;p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76" name="Google Shape;276;p6"/>
            <p:cNvGrpSpPr/>
            <p:nvPr/>
          </p:nvGrpSpPr>
          <p:grpSpPr>
            <a:xfrm rot="10800000">
              <a:off x="636238" y="1778838"/>
              <a:ext cx="175000" cy="175000"/>
              <a:chOff x="8792300" y="321275"/>
              <a:chExt cx="175000" cy="175000"/>
            </a:xfrm>
          </p:grpSpPr>
          <p:sp>
            <p:nvSpPr>
              <p:cNvPr id="277" name="Google Shape;277;p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 name="Google Shape;278;p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 name="Google Shape;279;p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 name="Google Shape;280;p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81" name="Google Shape;281;p6"/>
            <p:cNvGrpSpPr/>
            <p:nvPr/>
          </p:nvGrpSpPr>
          <p:grpSpPr>
            <a:xfrm>
              <a:off x="432850" y="2003163"/>
              <a:ext cx="175013" cy="27000"/>
              <a:chOff x="5662375" y="212375"/>
              <a:chExt cx="175013" cy="27000"/>
            </a:xfrm>
          </p:grpSpPr>
          <p:sp>
            <p:nvSpPr>
              <p:cNvPr id="282" name="Google Shape;282;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3" name="Google Shape;283;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4" name="Google Shape;284;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85" name="Google Shape;285;p6"/>
            <p:cNvGrpSpPr/>
            <p:nvPr/>
          </p:nvGrpSpPr>
          <p:grpSpPr>
            <a:xfrm>
              <a:off x="788100" y="208488"/>
              <a:ext cx="175013" cy="27000"/>
              <a:chOff x="5662375" y="212375"/>
              <a:chExt cx="175013" cy="27000"/>
            </a:xfrm>
          </p:grpSpPr>
          <p:sp>
            <p:nvSpPr>
              <p:cNvPr id="286" name="Google Shape;286;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7" name="Google Shape;287;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8" name="Google Shape;288;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89" name="Google Shape;289;p6"/>
            <p:cNvGrpSpPr/>
            <p:nvPr/>
          </p:nvGrpSpPr>
          <p:grpSpPr>
            <a:xfrm>
              <a:off x="8129350" y="4988725"/>
              <a:ext cx="175013" cy="27000"/>
              <a:chOff x="5662375" y="212375"/>
              <a:chExt cx="175013" cy="27000"/>
            </a:xfrm>
          </p:grpSpPr>
          <p:sp>
            <p:nvSpPr>
              <p:cNvPr id="290" name="Google Shape;290;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1" name="Google Shape;291;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2" name="Google Shape;292;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93" name="Google Shape;293;p6"/>
            <p:cNvGrpSpPr/>
            <p:nvPr/>
          </p:nvGrpSpPr>
          <p:grpSpPr>
            <a:xfrm>
              <a:off x="8497550" y="3429425"/>
              <a:ext cx="175013" cy="27000"/>
              <a:chOff x="5662375" y="212375"/>
              <a:chExt cx="175013" cy="27000"/>
            </a:xfrm>
          </p:grpSpPr>
          <p:sp>
            <p:nvSpPr>
              <p:cNvPr id="294" name="Google Shape;294;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5" name="Google Shape;295;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6" name="Google Shape;296;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297" name="Google Shape;297;p6"/>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298" name="Google Shape;298;p6"/>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299" name="Google Shape;299;p6"/>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0" name="Google Shape;300;p6"/>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1" name="Google Shape;301;p6"/>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2" name="Google Shape;302;p6"/>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6"/>
        <p:cNvGrpSpPr/>
        <p:nvPr/>
      </p:nvGrpSpPr>
      <p:grpSpPr>
        <a:xfrm>
          <a:off x="0" y="0"/>
          <a:ext cx="0" cy="0"/>
          <a:chOff x="0" y="0"/>
          <a:chExt cx="0" cy="0"/>
        </a:xfrm>
      </p:grpSpPr>
      <p:grpSp>
        <p:nvGrpSpPr>
          <p:cNvPr id="367" name="Google Shape;367;p8"/>
          <p:cNvGrpSpPr/>
          <p:nvPr/>
        </p:nvGrpSpPr>
        <p:grpSpPr>
          <a:xfrm>
            <a:off x="1349626" y="598417"/>
            <a:ext cx="6453730" cy="3631136"/>
            <a:chOff x="365750" y="1285025"/>
            <a:chExt cx="6934275" cy="3315500"/>
          </a:xfrm>
        </p:grpSpPr>
        <p:sp>
          <p:nvSpPr>
            <p:cNvPr id="368" name="Google Shape;368;p8"/>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9" name="Google Shape;369;p8"/>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70" name="Google Shape;370;p8"/>
          <p:cNvSpPr txBox="1">
            <a:spLocks noGrp="1"/>
          </p:cNvSpPr>
          <p:nvPr>
            <p:ph type="title"/>
          </p:nvPr>
        </p:nvSpPr>
        <p:spPr>
          <a:xfrm>
            <a:off x="2624328" y="1620753"/>
            <a:ext cx="3904500" cy="19020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73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grpSp>
        <p:nvGrpSpPr>
          <p:cNvPr id="371" name="Google Shape;371;p8"/>
          <p:cNvGrpSpPr/>
          <p:nvPr/>
        </p:nvGrpSpPr>
        <p:grpSpPr>
          <a:xfrm>
            <a:off x="-6867" y="-6625"/>
            <a:ext cx="9152342" cy="5102050"/>
            <a:chOff x="-6867" y="-6625"/>
            <a:chExt cx="9152342" cy="5102050"/>
          </a:xfrm>
        </p:grpSpPr>
        <p:cxnSp>
          <p:nvCxnSpPr>
            <p:cNvPr id="372" name="Google Shape;372;p8"/>
            <p:cNvCxnSpPr/>
            <p:nvPr/>
          </p:nvCxnSpPr>
          <p:spPr>
            <a:xfrm>
              <a:off x="2904283" y="4513075"/>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373" name="Google Shape;373;p8"/>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374" name="Google Shape;374;p8"/>
            <p:cNvCxnSpPr/>
            <p:nvPr/>
          </p:nvCxnSpPr>
          <p:spPr>
            <a:xfrm>
              <a:off x="259558" y="4408000"/>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375" name="Google Shape;375;p8"/>
            <p:cNvCxnSpPr/>
            <p:nvPr/>
          </p:nvCxnSpPr>
          <p:spPr>
            <a:xfrm>
              <a:off x="-6867" y="399355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376" name="Google Shape;376;p8"/>
            <p:cNvGrpSpPr/>
            <p:nvPr/>
          </p:nvGrpSpPr>
          <p:grpSpPr>
            <a:xfrm flipH="1">
              <a:off x="1278333" y="4513075"/>
              <a:ext cx="581800" cy="582350"/>
              <a:chOff x="8064275" y="887850"/>
              <a:chExt cx="581800" cy="582350"/>
            </a:xfrm>
          </p:grpSpPr>
          <p:sp>
            <p:nvSpPr>
              <p:cNvPr id="377" name="Google Shape;377;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8" name="Google Shape;378;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9" name="Google Shape;379;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0" name="Google Shape;380;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1" name="Google Shape;381;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2" name="Google Shape;382;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3" name="Google Shape;383;p8"/>
            <p:cNvGrpSpPr/>
            <p:nvPr/>
          </p:nvGrpSpPr>
          <p:grpSpPr>
            <a:xfrm flipH="1">
              <a:off x="2747608" y="4340463"/>
              <a:ext cx="292025" cy="292575"/>
              <a:chOff x="7353050" y="316275"/>
              <a:chExt cx="292025" cy="292575"/>
            </a:xfrm>
          </p:grpSpPr>
          <p:sp>
            <p:nvSpPr>
              <p:cNvPr id="384" name="Google Shape;384;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5" name="Google Shape;385;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6" name="Google Shape;386;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7" name="Google Shape;387;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8" name="Google Shape;388;p8"/>
            <p:cNvGrpSpPr/>
            <p:nvPr/>
          </p:nvGrpSpPr>
          <p:grpSpPr>
            <a:xfrm flipH="1">
              <a:off x="171308" y="4315025"/>
              <a:ext cx="175000" cy="175000"/>
              <a:chOff x="8792300" y="321275"/>
              <a:chExt cx="175000" cy="175000"/>
            </a:xfrm>
          </p:grpSpPr>
          <p:sp>
            <p:nvSpPr>
              <p:cNvPr id="389" name="Google Shape;389;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0" name="Google Shape;390;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1" name="Google Shape;391;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2" name="Google Shape;392;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93" name="Google Shape;393;p8"/>
            <p:cNvGrpSpPr/>
            <p:nvPr/>
          </p:nvGrpSpPr>
          <p:grpSpPr>
            <a:xfrm>
              <a:off x="3873197" y="4657550"/>
              <a:ext cx="293111" cy="293388"/>
              <a:chOff x="3164039" y="430875"/>
              <a:chExt cx="293111" cy="293388"/>
            </a:xfrm>
          </p:grpSpPr>
          <p:sp>
            <p:nvSpPr>
              <p:cNvPr id="394" name="Google Shape;394;p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5" name="Google Shape;395;p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6" name="Google Shape;396;p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7" name="Google Shape;397;p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8" name="Google Shape;398;p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9" name="Google Shape;399;p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00" name="Google Shape;400;p8"/>
            <p:cNvGrpSpPr/>
            <p:nvPr/>
          </p:nvGrpSpPr>
          <p:grpSpPr>
            <a:xfrm flipH="1">
              <a:off x="242270" y="4142425"/>
              <a:ext cx="175013" cy="27000"/>
              <a:chOff x="5662375" y="212375"/>
              <a:chExt cx="175013" cy="27000"/>
            </a:xfrm>
          </p:grpSpPr>
          <p:sp>
            <p:nvSpPr>
              <p:cNvPr id="401" name="Google Shape;40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2" name="Google Shape;40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3" name="Google Shape;40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404" name="Google Shape;404;p8"/>
            <p:cNvCxnSpPr/>
            <p:nvPr/>
          </p:nvCxnSpPr>
          <p:spPr>
            <a:xfrm rot="10800000">
              <a:off x="5995050" y="226600"/>
              <a:ext cx="1504500" cy="224700"/>
            </a:xfrm>
            <a:prstGeom prst="straightConnector1">
              <a:avLst/>
            </a:prstGeom>
            <a:noFill/>
            <a:ln w="9525" cap="flat" cmpd="sng">
              <a:solidFill>
                <a:schemeClr val="dk1"/>
              </a:solidFill>
              <a:prstDash val="solid"/>
              <a:round/>
              <a:headEnd type="none" w="med" len="med"/>
              <a:tailEnd type="none" w="med" len="med"/>
            </a:ln>
          </p:spPr>
        </p:cxnSp>
        <p:cxnSp>
          <p:nvCxnSpPr>
            <p:cNvPr id="405" name="Google Shape;405;p8"/>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06" name="Google Shape;406;p8"/>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07" name="Google Shape;407;p8"/>
            <p:cNvGrpSpPr/>
            <p:nvPr/>
          </p:nvGrpSpPr>
          <p:grpSpPr>
            <a:xfrm>
              <a:off x="8064275" y="1040250"/>
              <a:ext cx="581800" cy="582350"/>
              <a:chOff x="8064275" y="887850"/>
              <a:chExt cx="581800" cy="582350"/>
            </a:xfrm>
          </p:grpSpPr>
          <p:sp>
            <p:nvSpPr>
              <p:cNvPr id="408" name="Google Shape;408;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9" name="Google Shape;409;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0" name="Google Shape;410;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1" name="Google Shape;411;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2" name="Google Shape;412;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3" name="Google Shape;413;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14" name="Google Shape;414;p8"/>
            <p:cNvGrpSpPr/>
            <p:nvPr/>
          </p:nvGrpSpPr>
          <p:grpSpPr>
            <a:xfrm>
              <a:off x="7353050" y="316275"/>
              <a:ext cx="292025" cy="292575"/>
              <a:chOff x="7353050" y="316275"/>
              <a:chExt cx="292025" cy="292575"/>
            </a:xfrm>
          </p:grpSpPr>
          <p:sp>
            <p:nvSpPr>
              <p:cNvPr id="415" name="Google Shape;415;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6" name="Google Shape;416;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7" name="Google Shape;417;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8" name="Google Shape;418;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19" name="Google Shape;419;p8"/>
            <p:cNvGrpSpPr/>
            <p:nvPr/>
          </p:nvGrpSpPr>
          <p:grpSpPr>
            <a:xfrm>
              <a:off x="8792300" y="321275"/>
              <a:ext cx="175000" cy="175000"/>
              <a:chOff x="8792300" y="321275"/>
              <a:chExt cx="175000" cy="175000"/>
            </a:xfrm>
          </p:grpSpPr>
          <p:sp>
            <p:nvSpPr>
              <p:cNvPr id="420" name="Google Shape;420;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1" name="Google Shape;421;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2" name="Google Shape;422;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3" name="Google Shape;423;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24" name="Google Shape;424;p8"/>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5" name="Google Shape;425;p8"/>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6" name="Google Shape;426;p8"/>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7" name="Google Shape;427;p8"/>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8" name="Google Shape;428;p8"/>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9" name="Google Shape;429;p8"/>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30" name="Google Shape;430;p8"/>
            <p:cNvGrpSpPr/>
            <p:nvPr/>
          </p:nvGrpSpPr>
          <p:grpSpPr>
            <a:xfrm>
              <a:off x="8490050" y="170875"/>
              <a:ext cx="175013" cy="27000"/>
              <a:chOff x="5662375" y="212375"/>
              <a:chExt cx="175013" cy="27000"/>
            </a:xfrm>
          </p:grpSpPr>
          <p:sp>
            <p:nvSpPr>
              <p:cNvPr id="431" name="Google Shape;43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2" name="Google Shape;43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3" name="Google Shape;43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34" name="Google Shape;434;p8"/>
            <p:cNvGrpSpPr/>
            <p:nvPr/>
          </p:nvGrpSpPr>
          <p:grpSpPr>
            <a:xfrm>
              <a:off x="8678350" y="1658000"/>
              <a:ext cx="175013" cy="27000"/>
              <a:chOff x="5662375" y="212375"/>
              <a:chExt cx="175013" cy="27000"/>
            </a:xfrm>
          </p:grpSpPr>
          <p:sp>
            <p:nvSpPr>
              <p:cNvPr id="435" name="Google Shape;435;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6" name="Google Shape;436;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7" name="Google Shape;437;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8"/>
        <p:cNvGrpSpPr/>
        <p:nvPr/>
      </p:nvGrpSpPr>
      <p:grpSpPr>
        <a:xfrm>
          <a:off x="0" y="0"/>
          <a:ext cx="0" cy="0"/>
          <a:chOff x="0" y="0"/>
          <a:chExt cx="0" cy="0"/>
        </a:xfrm>
      </p:grpSpPr>
      <p:sp>
        <p:nvSpPr>
          <p:cNvPr id="439" name="Google Shape;439;p9"/>
          <p:cNvSpPr txBox="1">
            <a:spLocks noGrp="1"/>
          </p:cNvSpPr>
          <p:nvPr>
            <p:ph type="title"/>
          </p:nvPr>
        </p:nvSpPr>
        <p:spPr>
          <a:xfrm>
            <a:off x="896112" y="2039112"/>
            <a:ext cx="3566100" cy="1362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40" name="Google Shape;440;p9"/>
          <p:cNvSpPr txBox="1">
            <a:spLocks noGrp="1"/>
          </p:cNvSpPr>
          <p:nvPr>
            <p:ph type="body" idx="1"/>
          </p:nvPr>
        </p:nvSpPr>
        <p:spPr>
          <a:xfrm>
            <a:off x="4899150" y="821850"/>
            <a:ext cx="3096000" cy="3478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1pPr>
            <a:lvl2pPr marL="914400" lvl="1"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2pPr>
            <a:lvl3pPr marL="1371600" lvl="2"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3pPr>
            <a:lvl4pPr marL="1828800" lvl="3"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4pPr>
            <a:lvl5pPr marL="2286000" lvl="4"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5pPr>
            <a:lvl6pPr marL="2743200" lvl="5"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6pPr>
            <a:lvl7pPr marL="3200400" lvl="6"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7pPr>
            <a:lvl8pPr marL="3657600" lvl="7"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8pPr>
            <a:lvl9pPr marL="4114800" lvl="8"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9pPr>
          </a:lstStyle>
          <a:p/>
        </p:txBody>
      </p:sp>
      <p:cxnSp>
        <p:nvCxnSpPr>
          <p:cNvPr id="441" name="Google Shape;441;p9"/>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442" name="Google Shape;442;p9"/>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43" name="Google Shape;443;p9"/>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44" name="Google Shape;444;p9"/>
          <p:cNvGrpSpPr/>
          <p:nvPr/>
        </p:nvGrpSpPr>
        <p:grpSpPr>
          <a:xfrm flipH="1">
            <a:off x="499400" y="959675"/>
            <a:ext cx="581800" cy="582350"/>
            <a:chOff x="8064275" y="887850"/>
            <a:chExt cx="581800" cy="582350"/>
          </a:xfrm>
        </p:grpSpPr>
        <p:sp>
          <p:nvSpPr>
            <p:cNvPr id="445" name="Google Shape;445;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6" name="Google Shape;446;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7" name="Google Shape;447;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8" name="Google Shape;448;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9" name="Google Shape;449;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0" name="Google Shape;450;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51" name="Google Shape;451;p9"/>
          <p:cNvGrpSpPr/>
          <p:nvPr/>
        </p:nvGrpSpPr>
        <p:grpSpPr>
          <a:xfrm flipH="1">
            <a:off x="1500400" y="388100"/>
            <a:ext cx="292025" cy="292575"/>
            <a:chOff x="7353050" y="316275"/>
            <a:chExt cx="292025" cy="292575"/>
          </a:xfrm>
        </p:grpSpPr>
        <p:sp>
          <p:nvSpPr>
            <p:cNvPr id="452" name="Google Shape;452;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3" name="Google Shape;453;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4" name="Google Shape;454;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5" name="Google Shape;455;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56" name="Google Shape;456;p9"/>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7" name="Google Shape;457;p9"/>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8" name="Google Shape;458;p9"/>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9" name="Google Shape;459;p9"/>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0" name="Google Shape;460;p9"/>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1" name="Google Shape;461;p9"/>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62" name="Google Shape;462;p9"/>
          <p:cNvGrpSpPr/>
          <p:nvPr/>
        </p:nvGrpSpPr>
        <p:grpSpPr>
          <a:xfrm flipH="1">
            <a:off x="3527112" y="361100"/>
            <a:ext cx="175013" cy="27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4" name="Google Shape;464;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5" name="Google Shape;465;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66" name="Google Shape;466;p9"/>
          <p:cNvGrpSpPr/>
          <p:nvPr/>
        </p:nvGrpSpPr>
        <p:grpSpPr>
          <a:xfrm flipH="1">
            <a:off x="480412" y="242700"/>
            <a:ext cx="175013" cy="27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8" name="Google Shape;468;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9" name="Google Shape;469;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70" name="Google Shape;470;p9"/>
          <p:cNvGrpSpPr/>
          <p:nvPr/>
        </p:nvGrpSpPr>
        <p:grpSpPr>
          <a:xfrm flipH="1">
            <a:off x="901712" y="1653625"/>
            <a:ext cx="175013" cy="27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2" name="Google Shape;472;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3" name="Google Shape;473;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474" name="Google Shape;474;p9"/>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475" name="Google Shape;475;p9"/>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476" name="Google Shape;476;p9"/>
          <p:cNvGrpSpPr/>
          <p:nvPr/>
        </p:nvGrpSpPr>
        <p:grpSpPr>
          <a:xfrm rot="10800000">
            <a:off x="499400" y="3940925"/>
            <a:ext cx="581800" cy="582350"/>
            <a:chOff x="8064275" y="887850"/>
            <a:chExt cx="581800" cy="582350"/>
          </a:xfrm>
        </p:grpSpPr>
        <p:sp>
          <p:nvSpPr>
            <p:cNvPr id="477" name="Google Shape;477;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8" name="Google Shape;478;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9" name="Google Shape;479;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0" name="Google Shape;480;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1" name="Google Shape;481;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2" name="Google Shape;482;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83" name="Google Shape;483;p9"/>
          <p:cNvGrpSpPr/>
          <p:nvPr/>
        </p:nvGrpSpPr>
        <p:grpSpPr>
          <a:xfrm rot="10800000">
            <a:off x="1819575" y="4586750"/>
            <a:ext cx="292025" cy="292575"/>
            <a:chOff x="7353050" y="316275"/>
            <a:chExt cx="292025" cy="292575"/>
          </a:xfrm>
        </p:grpSpPr>
        <p:sp>
          <p:nvSpPr>
            <p:cNvPr id="484" name="Google Shape;484;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5" name="Google Shape;485;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6" name="Google Shape;486;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7" name="Google Shape;487;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88" name="Google Shape;488;p9"/>
          <p:cNvGrpSpPr/>
          <p:nvPr/>
        </p:nvGrpSpPr>
        <p:grpSpPr>
          <a:xfrm rot="10800000">
            <a:off x="212525" y="4645550"/>
            <a:ext cx="175000" cy="175000"/>
            <a:chOff x="8792300" y="321275"/>
            <a:chExt cx="175000" cy="175000"/>
          </a:xfrm>
        </p:grpSpPr>
        <p:sp>
          <p:nvSpPr>
            <p:cNvPr id="489" name="Google Shape;489;p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0" name="Google Shape;490;p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1" name="Google Shape;491;p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2" name="Google Shape;492;p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93" name="Google Shape;493;p9"/>
          <p:cNvGrpSpPr/>
          <p:nvPr/>
        </p:nvGrpSpPr>
        <p:grpSpPr>
          <a:xfrm rot="10800000">
            <a:off x="480412" y="4852325"/>
            <a:ext cx="175013" cy="27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5" name="Google Shape;495;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6" name="Google Shape;496;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97" name="Google Shape;497;p9"/>
          <p:cNvGrpSpPr/>
          <p:nvPr/>
        </p:nvGrpSpPr>
        <p:grpSpPr>
          <a:xfrm rot="10800000">
            <a:off x="1054112" y="3898600"/>
            <a:ext cx="175013" cy="27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9" name="Google Shape;499;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0" name="Google Shape;500;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622"/>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p:txBody>
      </p:sp>
      <p:sp>
        <p:nvSpPr>
          <p:cNvPr id="625" name="Google Shape;625;p13"/>
          <p:cNvSpPr txBox="1">
            <a:spLocks noGrp="1"/>
          </p:cNvSpPr>
          <p:nvPr>
            <p:ph type="subTitle" idx="1"/>
          </p:nvPr>
        </p:nvSpPr>
        <p:spPr>
          <a:xfrm>
            <a:off x="1664208" y="429768"/>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26" name="Google Shape;626;p13"/>
          <p:cNvSpPr txBox="1">
            <a:spLocks noGrp="1"/>
          </p:cNvSpPr>
          <p:nvPr>
            <p:ph type="subTitle" idx="2"/>
          </p:nvPr>
        </p:nvSpPr>
        <p:spPr>
          <a:xfrm>
            <a:off x="1664208" y="713232"/>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627" name="Google Shape;627;p13"/>
          <p:cNvSpPr txBox="1">
            <a:spLocks noGrp="1"/>
          </p:cNvSpPr>
          <p:nvPr>
            <p:ph type="subTitle" idx="3"/>
          </p:nvPr>
        </p:nvSpPr>
        <p:spPr>
          <a:xfrm>
            <a:off x="1664208" y="1508760"/>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28" name="Google Shape;628;p13"/>
          <p:cNvSpPr txBox="1">
            <a:spLocks noGrp="1"/>
          </p:cNvSpPr>
          <p:nvPr>
            <p:ph type="subTitle" idx="4"/>
          </p:nvPr>
        </p:nvSpPr>
        <p:spPr>
          <a:xfrm>
            <a:off x="1664208" y="1792224"/>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629" name="Google Shape;629;p13"/>
          <p:cNvSpPr txBox="1">
            <a:spLocks noGrp="1"/>
          </p:cNvSpPr>
          <p:nvPr>
            <p:ph type="subTitle" idx="5"/>
          </p:nvPr>
        </p:nvSpPr>
        <p:spPr>
          <a:xfrm>
            <a:off x="1664208" y="2587752"/>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30" name="Google Shape;630;p13"/>
          <p:cNvSpPr txBox="1">
            <a:spLocks noGrp="1"/>
          </p:cNvSpPr>
          <p:nvPr>
            <p:ph type="subTitle" idx="6"/>
          </p:nvPr>
        </p:nvSpPr>
        <p:spPr>
          <a:xfrm>
            <a:off x="1664208" y="2871216"/>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631" name="Google Shape;631;p13"/>
          <p:cNvSpPr txBox="1">
            <a:spLocks noGrp="1"/>
          </p:cNvSpPr>
          <p:nvPr>
            <p:ph type="subTitle" idx="7"/>
          </p:nvPr>
        </p:nvSpPr>
        <p:spPr>
          <a:xfrm>
            <a:off x="1664208" y="3666744"/>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32" name="Google Shape;632;p13"/>
          <p:cNvSpPr txBox="1">
            <a:spLocks noGrp="1"/>
          </p:cNvSpPr>
          <p:nvPr>
            <p:ph type="subTitle" idx="8"/>
          </p:nvPr>
        </p:nvSpPr>
        <p:spPr>
          <a:xfrm>
            <a:off x="1664208" y="3950208"/>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633" name="Google Shape;633;p13"/>
          <p:cNvSpPr txBox="1">
            <a:spLocks noGrp="1"/>
          </p:cNvSpPr>
          <p:nvPr>
            <p:ph type="title" idx="9" hasCustomPrompt="1"/>
          </p:nvPr>
        </p:nvSpPr>
        <p:spPr>
          <a:xfrm>
            <a:off x="813816" y="722376"/>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4" name="Google Shape;634;p13"/>
          <p:cNvSpPr txBox="1">
            <a:spLocks noGrp="1"/>
          </p:cNvSpPr>
          <p:nvPr>
            <p:ph type="title" idx="13" hasCustomPrompt="1"/>
          </p:nvPr>
        </p:nvSpPr>
        <p:spPr>
          <a:xfrm>
            <a:off x="813816" y="1801368"/>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5" name="Google Shape;635;p13"/>
          <p:cNvSpPr txBox="1">
            <a:spLocks noGrp="1"/>
          </p:cNvSpPr>
          <p:nvPr>
            <p:ph type="title" idx="14" hasCustomPrompt="1"/>
          </p:nvPr>
        </p:nvSpPr>
        <p:spPr>
          <a:xfrm>
            <a:off x="813816" y="2880360"/>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6" name="Google Shape;636;p13"/>
          <p:cNvSpPr txBox="1">
            <a:spLocks noGrp="1"/>
          </p:cNvSpPr>
          <p:nvPr>
            <p:ph type="title" idx="15" hasCustomPrompt="1"/>
          </p:nvPr>
        </p:nvSpPr>
        <p:spPr>
          <a:xfrm>
            <a:off x="813816" y="3959352"/>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ree columns of text">
  <p:cSld name="CUSTOM_1">
    <p:spTree>
      <p:nvGrpSpPr>
        <p:cNvPr id="1" name="Shape 637"/>
        <p:cNvGrpSpPr/>
        <p:nvPr/>
      </p:nvGrpSpPr>
      <p:grpSpPr>
        <a:xfrm>
          <a:off x="0" y="0"/>
          <a:ext cx="0" cy="0"/>
          <a:chOff x="0" y="0"/>
          <a:chExt cx="0" cy="0"/>
        </a:xfrm>
      </p:grpSpPr>
      <p:sp>
        <p:nvSpPr>
          <p:cNvPr id="638" name="Google Shape;638;p14"/>
          <p:cNvSpPr txBox="1">
            <a:spLocks noGrp="1"/>
          </p:cNvSpPr>
          <p:nvPr>
            <p:ph type="title"/>
          </p:nvPr>
        </p:nvSpPr>
        <p:spPr>
          <a:xfrm>
            <a:off x="1719072" y="338328"/>
            <a:ext cx="5577900" cy="594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p:txBody>
      </p:sp>
      <p:sp>
        <p:nvSpPr>
          <p:cNvPr id="639" name="Google Shape;639;p14"/>
          <p:cNvSpPr txBox="1">
            <a:spLocks noGrp="1"/>
          </p:cNvSpPr>
          <p:nvPr>
            <p:ph type="subTitle" idx="1"/>
          </p:nvPr>
        </p:nvSpPr>
        <p:spPr>
          <a:xfrm>
            <a:off x="3694176"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40" name="Google Shape;640;p14"/>
          <p:cNvSpPr txBox="1">
            <a:spLocks noGrp="1"/>
          </p:cNvSpPr>
          <p:nvPr>
            <p:ph type="subTitle" idx="2"/>
          </p:nvPr>
        </p:nvSpPr>
        <p:spPr>
          <a:xfrm>
            <a:off x="1024128"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41" name="Google Shape;641;p14"/>
          <p:cNvSpPr txBox="1">
            <a:spLocks noGrp="1"/>
          </p:cNvSpPr>
          <p:nvPr>
            <p:ph type="subTitle" idx="3"/>
          </p:nvPr>
        </p:nvSpPr>
        <p:spPr>
          <a:xfrm>
            <a:off x="6355080"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42" name="Google Shape;642;p14"/>
          <p:cNvSpPr txBox="1">
            <a:spLocks noGrp="1"/>
          </p:cNvSpPr>
          <p:nvPr>
            <p:ph type="subTitle" idx="4"/>
          </p:nvPr>
        </p:nvSpPr>
        <p:spPr>
          <a:xfrm>
            <a:off x="3694176"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643" name="Google Shape;643;p14"/>
          <p:cNvSpPr txBox="1">
            <a:spLocks noGrp="1"/>
          </p:cNvSpPr>
          <p:nvPr>
            <p:ph type="subTitle" idx="5"/>
          </p:nvPr>
        </p:nvSpPr>
        <p:spPr>
          <a:xfrm>
            <a:off x="1024128"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644" name="Google Shape;644;p14"/>
          <p:cNvSpPr txBox="1">
            <a:spLocks noGrp="1"/>
          </p:cNvSpPr>
          <p:nvPr>
            <p:ph type="subTitle" idx="6"/>
          </p:nvPr>
        </p:nvSpPr>
        <p:spPr>
          <a:xfrm>
            <a:off x="6355080"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grpSp>
        <p:nvGrpSpPr>
          <p:cNvPr id="645" name="Google Shape;645;p14"/>
          <p:cNvGrpSpPr/>
          <p:nvPr/>
        </p:nvGrpSpPr>
        <p:grpSpPr>
          <a:xfrm>
            <a:off x="261711" y="-1158"/>
            <a:ext cx="8550326" cy="3981600"/>
            <a:chOff x="261711" y="-1158"/>
            <a:chExt cx="8550326" cy="3981600"/>
          </a:xfrm>
        </p:grpSpPr>
        <p:cxnSp>
          <p:nvCxnSpPr>
            <p:cNvPr id="646" name="Google Shape;646;p14"/>
            <p:cNvCxnSpPr/>
            <p:nvPr/>
          </p:nvCxnSpPr>
          <p:spPr>
            <a:xfrm>
              <a:off x="515925" y="-1158"/>
              <a:ext cx="0" cy="3981600"/>
            </a:xfrm>
            <a:prstGeom prst="straightConnector1">
              <a:avLst/>
            </a:prstGeom>
            <a:noFill/>
            <a:ln w="9525" cap="flat" cmpd="sng">
              <a:solidFill>
                <a:schemeClr val="dk1"/>
              </a:solidFill>
              <a:prstDash val="solid"/>
              <a:round/>
              <a:headEnd type="none" w="med" len="med"/>
              <a:tailEnd type="none" w="med" len="med"/>
            </a:ln>
          </p:spPr>
        </p:cxnSp>
        <p:cxnSp>
          <p:nvCxnSpPr>
            <p:cNvPr id="647" name="Google Shape;647;p14"/>
            <p:cNvCxnSpPr/>
            <p:nvPr/>
          </p:nvCxnSpPr>
          <p:spPr>
            <a:xfrm>
              <a:off x="8666025" y="-1158"/>
              <a:ext cx="0" cy="1902000"/>
            </a:xfrm>
            <a:prstGeom prst="straightConnector1">
              <a:avLst/>
            </a:prstGeom>
            <a:noFill/>
            <a:ln w="9525" cap="flat" cmpd="sng">
              <a:solidFill>
                <a:schemeClr val="dk1"/>
              </a:solidFill>
              <a:prstDash val="solid"/>
              <a:round/>
              <a:headEnd type="none" w="med" len="med"/>
              <a:tailEnd type="none" w="med" len="med"/>
            </a:ln>
          </p:spPr>
        </p:cxnSp>
        <p:grpSp>
          <p:nvGrpSpPr>
            <p:cNvPr id="648" name="Google Shape;648;p14"/>
            <p:cNvGrpSpPr/>
            <p:nvPr/>
          </p:nvGrpSpPr>
          <p:grpSpPr>
            <a:xfrm rot="10800000">
              <a:off x="343275" y="3300779"/>
              <a:ext cx="344736" cy="345385"/>
              <a:chOff x="7353050" y="316275"/>
              <a:chExt cx="292025" cy="292575"/>
            </a:xfrm>
          </p:grpSpPr>
          <p:sp>
            <p:nvSpPr>
              <p:cNvPr id="649" name="Google Shape;649;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0" name="Google Shape;650;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1" name="Google Shape;651;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2" name="Google Shape;652;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53" name="Google Shape;653;p14"/>
            <p:cNvGrpSpPr/>
            <p:nvPr/>
          </p:nvGrpSpPr>
          <p:grpSpPr>
            <a:xfrm rot="10800000">
              <a:off x="8520013" y="714742"/>
              <a:ext cx="292025" cy="292575"/>
              <a:chOff x="7353050" y="316275"/>
              <a:chExt cx="292025" cy="292575"/>
            </a:xfrm>
          </p:grpSpPr>
          <p:sp>
            <p:nvSpPr>
              <p:cNvPr id="654" name="Google Shape;654;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5" name="Google Shape;655;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6" name="Google Shape;656;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7" name="Google Shape;657;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58" name="Google Shape;658;p14"/>
            <p:cNvGrpSpPr/>
            <p:nvPr/>
          </p:nvGrpSpPr>
          <p:grpSpPr>
            <a:xfrm rot="10800000">
              <a:off x="261711" y="465077"/>
              <a:ext cx="507562" cy="507984"/>
              <a:chOff x="8064275" y="887850"/>
              <a:chExt cx="581800" cy="582350"/>
            </a:xfrm>
          </p:grpSpPr>
          <p:sp>
            <p:nvSpPr>
              <p:cNvPr id="659" name="Google Shape;659;p1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0" name="Google Shape;660;p1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1" name="Google Shape;661;p1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2" name="Google Shape;662;p1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3" name="Google Shape;663;p1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4" name="Google Shape;664;p1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Four columns of text">
  <p:cSld name="CUSTOM_2">
    <p:spTree>
      <p:nvGrpSpPr>
        <p:cNvPr id="1" name="Shape 665"/>
        <p:cNvGrpSpPr/>
        <p:nvPr/>
      </p:nvGrpSpPr>
      <p:grpSpPr>
        <a:xfrm>
          <a:off x="0" y="0"/>
          <a:ext cx="0" cy="0"/>
          <a:chOff x="0" y="0"/>
          <a:chExt cx="0" cy="0"/>
        </a:xfrm>
      </p:grpSpPr>
      <p:sp>
        <p:nvSpPr>
          <p:cNvPr id="666" name="Google Shape;666;p15"/>
          <p:cNvSpPr txBox="1">
            <a:spLocks noGrp="1"/>
          </p:cNvSpPr>
          <p:nvPr>
            <p:ph type="title"/>
          </p:nvPr>
        </p:nvSpPr>
        <p:spPr>
          <a:xfrm>
            <a:off x="1568775" y="442350"/>
            <a:ext cx="6006300" cy="59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p:txBody>
      </p:sp>
      <p:sp>
        <p:nvSpPr>
          <p:cNvPr id="667" name="Google Shape;667;p15"/>
          <p:cNvSpPr txBox="1">
            <a:spLocks noGrp="1"/>
          </p:cNvSpPr>
          <p:nvPr>
            <p:ph type="subTitle" idx="1"/>
          </p:nvPr>
        </p:nvSpPr>
        <p:spPr>
          <a:xfrm>
            <a:off x="1709928" y="1545336"/>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668" name="Google Shape;668;p15"/>
          <p:cNvSpPr txBox="1">
            <a:spLocks noGrp="1"/>
          </p:cNvSpPr>
          <p:nvPr>
            <p:ph type="subTitle" idx="2"/>
          </p:nvPr>
        </p:nvSpPr>
        <p:spPr>
          <a:xfrm>
            <a:off x="1709928" y="1938528"/>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p:txBody>
      </p:sp>
      <p:sp>
        <p:nvSpPr>
          <p:cNvPr id="669" name="Google Shape;669;p15"/>
          <p:cNvSpPr txBox="1">
            <a:spLocks noGrp="1"/>
          </p:cNvSpPr>
          <p:nvPr>
            <p:ph type="subTitle" idx="3"/>
          </p:nvPr>
        </p:nvSpPr>
        <p:spPr>
          <a:xfrm>
            <a:off x="5468112" y="1545336"/>
            <a:ext cx="19476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670" name="Google Shape;670;p15"/>
          <p:cNvSpPr txBox="1">
            <a:spLocks noGrp="1"/>
          </p:cNvSpPr>
          <p:nvPr>
            <p:ph type="subTitle" idx="4"/>
          </p:nvPr>
        </p:nvSpPr>
        <p:spPr>
          <a:xfrm>
            <a:off x="5468112" y="1938528"/>
            <a:ext cx="19476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p:txBody>
      </p:sp>
      <p:sp>
        <p:nvSpPr>
          <p:cNvPr id="671" name="Google Shape;671;p15"/>
          <p:cNvSpPr txBox="1">
            <a:spLocks noGrp="1"/>
          </p:cNvSpPr>
          <p:nvPr>
            <p:ph type="subTitle" idx="5"/>
          </p:nvPr>
        </p:nvSpPr>
        <p:spPr>
          <a:xfrm>
            <a:off x="2825496" y="3200400"/>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672" name="Google Shape;672;p15"/>
          <p:cNvSpPr txBox="1">
            <a:spLocks noGrp="1"/>
          </p:cNvSpPr>
          <p:nvPr>
            <p:ph type="subTitle" idx="6"/>
          </p:nvPr>
        </p:nvSpPr>
        <p:spPr>
          <a:xfrm>
            <a:off x="2825496" y="3593592"/>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p:txBody>
      </p:sp>
      <p:sp>
        <p:nvSpPr>
          <p:cNvPr id="673" name="Google Shape;673;p15"/>
          <p:cNvSpPr txBox="1">
            <a:spLocks noGrp="1"/>
          </p:cNvSpPr>
          <p:nvPr>
            <p:ph type="subTitle" idx="7"/>
          </p:nvPr>
        </p:nvSpPr>
        <p:spPr>
          <a:xfrm>
            <a:off x="6464808" y="3200400"/>
            <a:ext cx="19935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674" name="Google Shape;674;p15"/>
          <p:cNvSpPr txBox="1">
            <a:spLocks noGrp="1"/>
          </p:cNvSpPr>
          <p:nvPr>
            <p:ph type="subTitle" idx="8"/>
          </p:nvPr>
        </p:nvSpPr>
        <p:spPr>
          <a:xfrm>
            <a:off x="6464808" y="3593592"/>
            <a:ext cx="19935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p:txBody>
      </p:sp>
      <p:cxnSp>
        <p:nvCxnSpPr>
          <p:cNvPr id="675" name="Google Shape;675;p15"/>
          <p:cNvCxnSpPr/>
          <p:nvPr/>
        </p:nvCxnSpPr>
        <p:spPr>
          <a:xfrm rot="10800000">
            <a:off x="8109000" y="501275"/>
            <a:ext cx="737700" cy="737700"/>
          </a:xfrm>
          <a:prstGeom prst="straightConnector1">
            <a:avLst/>
          </a:prstGeom>
          <a:noFill/>
          <a:ln w="9525" cap="flat" cmpd="sng">
            <a:solidFill>
              <a:schemeClr val="dk1"/>
            </a:solidFill>
            <a:prstDash val="solid"/>
            <a:round/>
            <a:headEnd type="none" w="med" len="med"/>
            <a:tailEnd type="none" w="med" len="med"/>
          </a:ln>
        </p:spPr>
      </p:cxnSp>
      <p:cxnSp>
        <p:nvCxnSpPr>
          <p:cNvPr id="676" name="Google Shape;676;p15"/>
          <p:cNvCxnSpPr/>
          <p:nvPr/>
        </p:nvCxnSpPr>
        <p:spPr>
          <a:xfrm>
            <a:off x="582475" y="282188"/>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677" name="Google Shape;677;p15"/>
          <p:cNvCxnSpPr/>
          <p:nvPr/>
        </p:nvCxnSpPr>
        <p:spPr>
          <a:xfrm rot="10800000" flipH="1">
            <a:off x="0" y="274188"/>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678" name="Google Shape;678;p15"/>
          <p:cNvGrpSpPr/>
          <p:nvPr/>
        </p:nvGrpSpPr>
        <p:grpSpPr>
          <a:xfrm flipH="1">
            <a:off x="423750" y="125363"/>
            <a:ext cx="292025" cy="292575"/>
            <a:chOff x="7353050" y="316275"/>
            <a:chExt cx="292025" cy="292575"/>
          </a:xfrm>
        </p:grpSpPr>
        <p:sp>
          <p:nvSpPr>
            <p:cNvPr id="679" name="Google Shape;679;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0" name="Google Shape;680;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1" name="Google Shape;681;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2" name="Google Shape;682;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83" name="Google Shape;683;p15"/>
          <p:cNvGrpSpPr/>
          <p:nvPr/>
        </p:nvGrpSpPr>
        <p:grpSpPr>
          <a:xfrm>
            <a:off x="1638739" y="558163"/>
            <a:ext cx="293111" cy="293388"/>
            <a:chOff x="3164039" y="430875"/>
            <a:chExt cx="293111" cy="293388"/>
          </a:xfrm>
        </p:grpSpPr>
        <p:sp>
          <p:nvSpPr>
            <p:cNvPr id="684" name="Google Shape;684;p15"/>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5" name="Google Shape;685;p15"/>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6" name="Google Shape;686;p15"/>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7" name="Google Shape;687;p15"/>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8" name="Google Shape;688;p15"/>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9" name="Google Shape;689;p15"/>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90" name="Google Shape;690;p15"/>
          <p:cNvGrpSpPr/>
          <p:nvPr/>
        </p:nvGrpSpPr>
        <p:grpSpPr>
          <a:xfrm>
            <a:off x="1591750" y="362600"/>
            <a:ext cx="175013" cy="27000"/>
            <a:chOff x="5662375" y="212375"/>
            <a:chExt cx="175013" cy="27000"/>
          </a:xfrm>
        </p:grpSpPr>
        <p:sp>
          <p:nvSpPr>
            <p:cNvPr id="691" name="Google Shape;691;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2" name="Google Shape;692;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3" name="Google Shape;693;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694" name="Google Shape;694;p15"/>
          <p:cNvCxnSpPr/>
          <p:nvPr/>
        </p:nvCxnSpPr>
        <p:spPr>
          <a:xfrm flipH="1">
            <a:off x="8151325" y="6875"/>
            <a:ext cx="1002600" cy="494400"/>
          </a:xfrm>
          <a:prstGeom prst="straightConnector1">
            <a:avLst/>
          </a:prstGeom>
          <a:noFill/>
          <a:ln w="9525" cap="flat" cmpd="sng">
            <a:solidFill>
              <a:schemeClr val="dk1"/>
            </a:solidFill>
            <a:prstDash val="solid"/>
            <a:round/>
            <a:headEnd type="none" w="med" len="med"/>
            <a:tailEnd type="none" w="med" len="med"/>
          </a:ln>
        </p:spPr>
      </p:cxnSp>
      <p:grpSp>
        <p:nvGrpSpPr>
          <p:cNvPr id="695" name="Google Shape;695;p15"/>
          <p:cNvGrpSpPr/>
          <p:nvPr/>
        </p:nvGrpSpPr>
        <p:grpSpPr>
          <a:xfrm>
            <a:off x="7823875" y="202375"/>
            <a:ext cx="581800" cy="582350"/>
            <a:chOff x="8064275" y="887850"/>
            <a:chExt cx="581800" cy="582350"/>
          </a:xfrm>
        </p:grpSpPr>
        <p:sp>
          <p:nvSpPr>
            <p:cNvPr id="696" name="Google Shape;696;p1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7" name="Google Shape;697;p1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8" name="Google Shape;698;p1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9" name="Google Shape;699;p1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0" name="Google Shape;700;p1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1" name="Google Shape;701;p1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02" name="Google Shape;702;p15"/>
          <p:cNvGrpSpPr/>
          <p:nvPr/>
        </p:nvGrpSpPr>
        <p:grpSpPr>
          <a:xfrm flipH="1">
            <a:off x="8698650" y="1117488"/>
            <a:ext cx="292025" cy="292575"/>
            <a:chOff x="7353050" y="316275"/>
            <a:chExt cx="292025" cy="292575"/>
          </a:xfrm>
        </p:grpSpPr>
        <p:sp>
          <p:nvSpPr>
            <p:cNvPr id="703" name="Google Shape;703;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4" name="Google Shape;704;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5" name="Google Shape;705;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6" name="Google Shape;706;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07" name="Google Shape;707;p15"/>
          <p:cNvGrpSpPr/>
          <p:nvPr/>
        </p:nvGrpSpPr>
        <p:grpSpPr>
          <a:xfrm>
            <a:off x="8678350" y="1581800"/>
            <a:ext cx="175013" cy="27000"/>
            <a:chOff x="5662375" y="212375"/>
            <a:chExt cx="175013" cy="27000"/>
          </a:xfrm>
        </p:grpSpPr>
        <p:sp>
          <p:nvSpPr>
            <p:cNvPr id="708" name="Google Shape;708;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9" name="Google Shape;709;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0" name="Google Shape;710;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ix columns of text">
  <p:cSld name="CUSTOM_8">
    <p:spTree>
      <p:nvGrpSpPr>
        <p:cNvPr id="1" name="Shape 760"/>
        <p:cNvGrpSpPr/>
        <p:nvPr/>
      </p:nvGrpSpPr>
      <p:grpSpPr>
        <a:xfrm>
          <a:off x="0" y="0"/>
          <a:ext cx="0" cy="0"/>
          <a:chOff x="0" y="0"/>
          <a:chExt cx="0" cy="0"/>
        </a:xfrm>
      </p:grpSpPr>
      <p:sp>
        <p:nvSpPr>
          <p:cNvPr id="761" name="Google Shape;761;p17"/>
          <p:cNvSpPr txBox="1">
            <a:spLocks noGrp="1"/>
          </p:cNvSpPr>
          <p:nvPr>
            <p:ph type="title"/>
          </p:nvPr>
        </p:nvSpPr>
        <p:spPr>
          <a:xfrm>
            <a:off x="3090672" y="338328"/>
            <a:ext cx="2962800" cy="5760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sp>
        <p:nvSpPr>
          <p:cNvPr id="762" name="Google Shape;762;p17"/>
          <p:cNvSpPr txBox="1">
            <a:spLocks noGrp="1"/>
          </p:cNvSpPr>
          <p:nvPr>
            <p:ph type="subTitle" idx="1"/>
          </p:nvPr>
        </p:nvSpPr>
        <p:spPr>
          <a:xfrm>
            <a:off x="1522425" y="1588336"/>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763" name="Google Shape;763;p17"/>
          <p:cNvSpPr txBox="1">
            <a:spLocks noGrp="1"/>
          </p:cNvSpPr>
          <p:nvPr>
            <p:ph type="subTitle" idx="2"/>
          </p:nvPr>
        </p:nvSpPr>
        <p:spPr>
          <a:xfrm>
            <a:off x="1522425"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764" name="Google Shape;764;p17"/>
          <p:cNvSpPr txBox="1">
            <a:spLocks noGrp="1"/>
          </p:cNvSpPr>
          <p:nvPr>
            <p:ph type="subTitle" idx="3"/>
          </p:nvPr>
        </p:nvSpPr>
        <p:spPr>
          <a:xfrm>
            <a:off x="3689552" y="1588336"/>
            <a:ext cx="1764900" cy="457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765" name="Google Shape;765;p17"/>
          <p:cNvSpPr txBox="1">
            <a:spLocks noGrp="1"/>
          </p:cNvSpPr>
          <p:nvPr>
            <p:ph type="subTitle" idx="4"/>
          </p:nvPr>
        </p:nvSpPr>
        <p:spPr>
          <a:xfrm>
            <a:off x="3689552"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9pPr>
          </a:lstStyle>
          <a:p/>
        </p:txBody>
      </p:sp>
      <p:sp>
        <p:nvSpPr>
          <p:cNvPr id="766" name="Google Shape;766;p17"/>
          <p:cNvSpPr txBox="1">
            <a:spLocks noGrp="1"/>
          </p:cNvSpPr>
          <p:nvPr>
            <p:ph type="subTitle" idx="5"/>
          </p:nvPr>
        </p:nvSpPr>
        <p:spPr>
          <a:xfrm>
            <a:off x="5856675" y="1588336"/>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767" name="Google Shape;767;p17"/>
          <p:cNvSpPr txBox="1">
            <a:spLocks noGrp="1"/>
          </p:cNvSpPr>
          <p:nvPr>
            <p:ph type="subTitle" idx="6"/>
          </p:nvPr>
        </p:nvSpPr>
        <p:spPr>
          <a:xfrm>
            <a:off x="5856675"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768" name="Google Shape;768;p17"/>
          <p:cNvSpPr txBox="1">
            <a:spLocks noGrp="1"/>
          </p:cNvSpPr>
          <p:nvPr>
            <p:ph type="subTitle" idx="7"/>
          </p:nvPr>
        </p:nvSpPr>
        <p:spPr>
          <a:xfrm>
            <a:off x="1522425" y="3215958"/>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769" name="Google Shape;769;p17"/>
          <p:cNvSpPr txBox="1">
            <a:spLocks noGrp="1"/>
          </p:cNvSpPr>
          <p:nvPr>
            <p:ph type="subTitle" idx="8"/>
          </p:nvPr>
        </p:nvSpPr>
        <p:spPr>
          <a:xfrm>
            <a:off x="1522425" y="3556017"/>
            <a:ext cx="17649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770" name="Google Shape;770;p17"/>
          <p:cNvSpPr txBox="1">
            <a:spLocks noGrp="1"/>
          </p:cNvSpPr>
          <p:nvPr>
            <p:ph type="subTitle" idx="9"/>
          </p:nvPr>
        </p:nvSpPr>
        <p:spPr>
          <a:xfrm>
            <a:off x="3597450" y="3215961"/>
            <a:ext cx="19491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771" name="Google Shape;771;p17"/>
          <p:cNvSpPr txBox="1">
            <a:spLocks noGrp="1"/>
          </p:cNvSpPr>
          <p:nvPr>
            <p:ph type="subTitle" idx="13"/>
          </p:nvPr>
        </p:nvSpPr>
        <p:spPr>
          <a:xfrm>
            <a:off x="3597500" y="3556017"/>
            <a:ext cx="19491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772" name="Google Shape;772;p17"/>
          <p:cNvSpPr txBox="1">
            <a:spLocks noGrp="1"/>
          </p:cNvSpPr>
          <p:nvPr>
            <p:ph type="subTitle" idx="14"/>
          </p:nvPr>
        </p:nvSpPr>
        <p:spPr>
          <a:xfrm>
            <a:off x="5856675" y="3215958"/>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773" name="Google Shape;773;p17"/>
          <p:cNvSpPr txBox="1">
            <a:spLocks noGrp="1"/>
          </p:cNvSpPr>
          <p:nvPr>
            <p:ph type="subTitle" idx="15"/>
          </p:nvPr>
        </p:nvSpPr>
        <p:spPr>
          <a:xfrm>
            <a:off x="5856675" y="3556017"/>
            <a:ext cx="17649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cxnSp>
        <p:nvCxnSpPr>
          <p:cNvPr id="774" name="Google Shape;774;p17"/>
          <p:cNvCxnSpPr/>
          <p:nvPr/>
        </p:nvCxnSpPr>
        <p:spPr>
          <a:xfrm>
            <a:off x="2904283" y="4513075"/>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775" name="Google Shape;775;p17"/>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776" name="Google Shape;776;p17"/>
          <p:cNvCxnSpPr/>
          <p:nvPr/>
        </p:nvCxnSpPr>
        <p:spPr>
          <a:xfrm>
            <a:off x="259558" y="4408000"/>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777" name="Google Shape;777;p17"/>
          <p:cNvCxnSpPr/>
          <p:nvPr/>
        </p:nvCxnSpPr>
        <p:spPr>
          <a:xfrm>
            <a:off x="-6867" y="399355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778" name="Google Shape;778;p17"/>
          <p:cNvGrpSpPr/>
          <p:nvPr/>
        </p:nvGrpSpPr>
        <p:grpSpPr>
          <a:xfrm flipH="1">
            <a:off x="1278333" y="4513075"/>
            <a:ext cx="581800" cy="582350"/>
            <a:chOff x="8064275" y="887850"/>
            <a:chExt cx="581800" cy="582350"/>
          </a:xfrm>
        </p:grpSpPr>
        <p:sp>
          <p:nvSpPr>
            <p:cNvPr id="779" name="Google Shape;779;p1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0" name="Google Shape;780;p1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1" name="Google Shape;781;p1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2" name="Google Shape;782;p1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3" name="Google Shape;783;p1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4" name="Google Shape;784;p1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85" name="Google Shape;785;p17"/>
          <p:cNvGrpSpPr/>
          <p:nvPr/>
        </p:nvGrpSpPr>
        <p:grpSpPr>
          <a:xfrm flipH="1">
            <a:off x="2747608" y="4340463"/>
            <a:ext cx="292025" cy="292575"/>
            <a:chOff x="7353050" y="316275"/>
            <a:chExt cx="292025" cy="292575"/>
          </a:xfrm>
        </p:grpSpPr>
        <p:sp>
          <p:nvSpPr>
            <p:cNvPr id="786" name="Google Shape;786;p1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7" name="Google Shape;787;p1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8" name="Google Shape;788;p1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9" name="Google Shape;789;p1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90" name="Google Shape;790;p17"/>
          <p:cNvGrpSpPr/>
          <p:nvPr/>
        </p:nvGrpSpPr>
        <p:grpSpPr>
          <a:xfrm flipH="1">
            <a:off x="171308" y="4315025"/>
            <a:ext cx="175000" cy="175000"/>
            <a:chOff x="8792300" y="321275"/>
            <a:chExt cx="175000" cy="175000"/>
          </a:xfrm>
        </p:grpSpPr>
        <p:sp>
          <p:nvSpPr>
            <p:cNvPr id="791" name="Google Shape;791;p1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2" name="Google Shape;792;p1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3" name="Google Shape;793;p1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4" name="Google Shape;794;p1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95" name="Google Shape;795;p17"/>
          <p:cNvGrpSpPr/>
          <p:nvPr/>
        </p:nvGrpSpPr>
        <p:grpSpPr>
          <a:xfrm>
            <a:off x="3873197" y="4657550"/>
            <a:ext cx="293111" cy="293388"/>
            <a:chOff x="3164039" y="430875"/>
            <a:chExt cx="293111" cy="293388"/>
          </a:xfrm>
        </p:grpSpPr>
        <p:sp>
          <p:nvSpPr>
            <p:cNvPr id="796" name="Google Shape;796;p1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7" name="Google Shape;797;p1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8" name="Google Shape;798;p1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9" name="Google Shape;799;p1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0" name="Google Shape;800;p1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1" name="Google Shape;801;p1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02" name="Google Shape;802;p17"/>
          <p:cNvGrpSpPr/>
          <p:nvPr/>
        </p:nvGrpSpPr>
        <p:grpSpPr>
          <a:xfrm flipH="1">
            <a:off x="242270" y="4142425"/>
            <a:ext cx="175013" cy="27000"/>
            <a:chOff x="5662375" y="212375"/>
            <a:chExt cx="175013" cy="27000"/>
          </a:xfrm>
        </p:grpSpPr>
        <p:sp>
          <p:nvSpPr>
            <p:cNvPr id="803" name="Google Shape;803;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4" name="Google Shape;804;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5" name="Google Shape;805;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806" name="Google Shape;806;p17"/>
          <p:cNvCxnSpPr/>
          <p:nvPr/>
        </p:nvCxnSpPr>
        <p:spPr>
          <a:xfrm rot="10800000">
            <a:off x="5995050" y="226600"/>
            <a:ext cx="1504500" cy="224700"/>
          </a:xfrm>
          <a:prstGeom prst="straightConnector1">
            <a:avLst/>
          </a:prstGeom>
          <a:noFill/>
          <a:ln w="9525" cap="flat" cmpd="sng">
            <a:solidFill>
              <a:schemeClr val="dk1"/>
            </a:solidFill>
            <a:prstDash val="solid"/>
            <a:round/>
            <a:headEnd type="none" w="med" len="med"/>
            <a:tailEnd type="none" w="med" len="med"/>
          </a:ln>
        </p:spPr>
      </p:cxnSp>
      <p:cxnSp>
        <p:nvCxnSpPr>
          <p:cNvPr id="807" name="Google Shape;807;p17"/>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808" name="Google Shape;808;p17"/>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809" name="Google Shape;809;p17"/>
          <p:cNvGrpSpPr/>
          <p:nvPr/>
        </p:nvGrpSpPr>
        <p:grpSpPr>
          <a:xfrm>
            <a:off x="8064275" y="1040250"/>
            <a:ext cx="581800" cy="582350"/>
            <a:chOff x="8064275" y="887850"/>
            <a:chExt cx="581800" cy="582350"/>
          </a:xfrm>
        </p:grpSpPr>
        <p:sp>
          <p:nvSpPr>
            <p:cNvPr id="810" name="Google Shape;810;p1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1" name="Google Shape;811;p1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2" name="Google Shape;812;p1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3" name="Google Shape;813;p1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4" name="Google Shape;814;p1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5" name="Google Shape;815;p1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16" name="Google Shape;816;p17"/>
          <p:cNvGrpSpPr/>
          <p:nvPr/>
        </p:nvGrpSpPr>
        <p:grpSpPr>
          <a:xfrm>
            <a:off x="7353050" y="316275"/>
            <a:ext cx="292025" cy="292575"/>
            <a:chOff x="7353050" y="316275"/>
            <a:chExt cx="292025" cy="292575"/>
          </a:xfrm>
        </p:grpSpPr>
        <p:sp>
          <p:nvSpPr>
            <p:cNvPr id="817" name="Google Shape;817;p1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8" name="Google Shape;818;p1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9" name="Google Shape;819;p1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0" name="Google Shape;820;p1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21" name="Google Shape;821;p17"/>
          <p:cNvGrpSpPr/>
          <p:nvPr/>
        </p:nvGrpSpPr>
        <p:grpSpPr>
          <a:xfrm>
            <a:off x="8792300" y="321275"/>
            <a:ext cx="175000" cy="175000"/>
            <a:chOff x="8792300" y="321275"/>
            <a:chExt cx="175000" cy="175000"/>
          </a:xfrm>
        </p:grpSpPr>
        <p:sp>
          <p:nvSpPr>
            <p:cNvPr id="822" name="Google Shape;822;p1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3" name="Google Shape;823;p1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4" name="Google Shape;824;p1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5" name="Google Shape;825;p1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826" name="Google Shape;826;p17"/>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7" name="Google Shape;827;p17"/>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8" name="Google Shape;828;p17"/>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9" name="Google Shape;829;p17"/>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0" name="Google Shape;830;p17"/>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1" name="Google Shape;831;p17"/>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832" name="Google Shape;832;p17"/>
          <p:cNvGrpSpPr/>
          <p:nvPr/>
        </p:nvGrpSpPr>
        <p:grpSpPr>
          <a:xfrm>
            <a:off x="8490050" y="170875"/>
            <a:ext cx="175013" cy="27000"/>
            <a:chOff x="5662375" y="212375"/>
            <a:chExt cx="175013" cy="27000"/>
          </a:xfrm>
        </p:grpSpPr>
        <p:sp>
          <p:nvSpPr>
            <p:cNvPr id="833" name="Google Shape;833;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4" name="Google Shape;834;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5" name="Google Shape;835;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36" name="Google Shape;836;p17"/>
          <p:cNvGrpSpPr/>
          <p:nvPr/>
        </p:nvGrpSpPr>
        <p:grpSpPr>
          <a:xfrm>
            <a:off x="8678350" y="1658000"/>
            <a:ext cx="175013" cy="27000"/>
            <a:chOff x="5662375" y="212375"/>
            <a:chExt cx="175013" cy="27000"/>
          </a:xfrm>
        </p:grpSpPr>
        <p:sp>
          <p:nvSpPr>
            <p:cNvPr id="837" name="Google Shape;837;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8" name="Google Shape;838;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9" name="Google Shape;839;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3">
  <p:cSld name="TITLE_AND_BODY_1">
    <p:spTree>
      <p:nvGrpSpPr>
        <p:cNvPr id="1" name="Shape 1139"/>
        <p:cNvGrpSpPr/>
        <p:nvPr/>
      </p:nvGrpSpPr>
      <p:grpSpPr>
        <a:xfrm>
          <a:off x="0" y="0"/>
          <a:ext cx="0" cy="0"/>
          <a:chOff x="0" y="0"/>
          <a:chExt cx="0" cy="0"/>
        </a:xfrm>
      </p:grpSpPr>
      <p:sp>
        <p:nvSpPr>
          <p:cNvPr id="1140" name="Google Shape;1140;p23"/>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p:txBody>
      </p:sp>
      <p:sp>
        <p:nvSpPr>
          <p:cNvPr id="1141" name="Google Shape;1141;p23"/>
          <p:cNvSpPr txBox="1">
            <a:spLocks noGrp="1"/>
          </p:cNvSpPr>
          <p:nvPr>
            <p:ph type="body" idx="1"/>
          </p:nvPr>
        </p:nvSpPr>
        <p:spPr>
          <a:xfrm>
            <a:off x="714650" y="1152150"/>
            <a:ext cx="7705500" cy="3529500"/>
          </a:xfrm>
          <a:prstGeom prst="rect">
            <a:avLst/>
          </a:prstGeom>
          <a:noFill/>
          <a:ln>
            <a:noFill/>
          </a:ln>
        </p:spPr>
        <p:txBody>
          <a:bodyPr spcFirstLastPara="1" wrap="square" lIns="91425" tIns="91425" rIns="91425" bIns="91425" anchor="ctr" anchorCtr="0">
            <a:noAutofit/>
          </a:bodyPr>
          <a:lstStyle>
            <a:lvl1pPr marL="457200" lvl="0" indent="-304800" rtl="0">
              <a:spcBef>
                <a:spcPts val="0"/>
              </a:spcBef>
              <a:spcAft>
                <a:spcPts val="0"/>
              </a:spcAft>
              <a:buClr>
                <a:srgbClr val="434343"/>
              </a:buClr>
              <a:buSzPts val="1200"/>
              <a:buFont typeface="Barlow Semi Condensed Medium"/>
              <a:buAutoNum type="arabicPeriod"/>
              <a:defRPr sz="1200">
                <a:solidFill>
                  <a:schemeClr val="dk2"/>
                </a:solidFill>
                <a:latin typeface="Barlow Semi Condensed"/>
                <a:ea typeface="Barlow Semi Condensed"/>
                <a:cs typeface="Barlow Semi Condensed"/>
                <a:sym typeface="Barlow Semi Condensed"/>
              </a:defRPr>
            </a:lvl1pPr>
            <a:lvl2pPr marL="914400" lvl="1"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2pPr>
            <a:lvl3pPr marL="1371600" lvl="2"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3pPr>
            <a:lvl4pPr marL="1828800" lvl="3" indent="-304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4pPr>
            <a:lvl5pPr marL="2286000" lvl="4"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5pPr>
            <a:lvl6pPr marL="2743200" lvl="5"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6pPr>
            <a:lvl7pPr marL="3200400" lvl="6" indent="-304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7pPr>
            <a:lvl8pPr marL="3657600" lvl="7"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8pPr>
            <a:lvl9pPr marL="4114800" lvl="8"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9pPr>
          </a:lstStyle>
          <a:p/>
        </p:txBody>
      </p:sp>
      <p:cxnSp>
        <p:nvCxnSpPr>
          <p:cNvPr id="1142" name="Google Shape;1142;p23"/>
          <p:cNvCxnSpPr/>
          <p:nvPr/>
        </p:nvCxnSpPr>
        <p:spPr>
          <a:xfrm rot="10800000">
            <a:off x="303000" y="3359375"/>
            <a:ext cx="151800" cy="957300"/>
          </a:xfrm>
          <a:prstGeom prst="straightConnector1">
            <a:avLst/>
          </a:prstGeom>
          <a:noFill/>
          <a:ln w="9525" cap="flat" cmpd="sng">
            <a:solidFill>
              <a:schemeClr val="dk1"/>
            </a:solidFill>
            <a:prstDash val="solid"/>
            <a:round/>
            <a:headEnd type="none" w="med" len="med"/>
            <a:tailEnd type="none" w="med" len="med"/>
          </a:ln>
        </p:spPr>
      </p:cxnSp>
      <p:cxnSp>
        <p:nvCxnSpPr>
          <p:cNvPr id="1143" name="Google Shape;1143;p23"/>
          <p:cNvCxnSpPr/>
          <p:nvPr/>
        </p:nvCxnSpPr>
        <p:spPr>
          <a:xfrm rot="10800000" flipH="1">
            <a:off x="0" y="4332550"/>
            <a:ext cx="446700" cy="663900"/>
          </a:xfrm>
          <a:prstGeom prst="straightConnector1">
            <a:avLst/>
          </a:prstGeom>
          <a:noFill/>
          <a:ln w="9525" cap="flat" cmpd="sng">
            <a:solidFill>
              <a:schemeClr val="dk1"/>
            </a:solidFill>
            <a:prstDash val="solid"/>
            <a:round/>
            <a:headEnd type="none" w="med" len="med"/>
            <a:tailEnd type="none" w="med" len="med"/>
          </a:ln>
        </p:spPr>
      </p:cxnSp>
      <p:grpSp>
        <p:nvGrpSpPr>
          <p:cNvPr id="1144" name="Google Shape;1144;p23"/>
          <p:cNvGrpSpPr/>
          <p:nvPr/>
        </p:nvGrpSpPr>
        <p:grpSpPr>
          <a:xfrm flipH="1">
            <a:off x="300738" y="4167800"/>
            <a:ext cx="292025" cy="292575"/>
            <a:chOff x="7353050" y="316275"/>
            <a:chExt cx="292025" cy="292575"/>
          </a:xfrm>
        </p:grpSpPr>
        <p:sp>
          <p:nvSpPr>
            <p:cNvPr id="1145" name="Google Shape;1145;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6" name="Google Shape;1146;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7" name="Google Shape;1147;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8" name="Google Shape;1148;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49" name="Google Shape;1149;p23"/>
          <p:cNvGrpSpPr/>
          <p:nvPr/>
        </p:nvGrpSpPr>
        <p:grpSpPr>
          <a:xfrm>
            <a:off x="148789" y="3224300"/>
            <a:ext cx="293111" cy="293388"/>
            <a:chOff x="3164039" y="430875"/>
            <a:chExt cx="293111" cy="293388"/>
          </a:xfrm>
        </p:grpSpPr>
        <p:sp>
          <p:nvSpPr>
            <p:cNvPr id="1150" name="Google Shape;1150;p23"/>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1" name="Google Shape;1151;p23"/>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2" name="Google Shape;1152;p23"/>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3" name="Google Shape;1153;p23"/>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4" name="Google Shape;1154;p23"/>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5" name="Google Shape;1155;p23"/>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156" name="Google Shape;1156;p23"/>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1157" name="Google Shape;1157;p23"/>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1158" name="Google Shape;1158;p23"/>
          <p:cNvGrpSpPr/>
          <p:nvPr/>
        </p:nvGrpSpPr>
        <p:grpSpPr>
          <a:xfrm>
            <a:off x="8064275" y="526925"/>
            <a:ext cx="581800" cy="582350"/>
            <a:chOff x="8064275" y="887850"/>
            <a:chExt cx="581800" cy="582350"/>
          </a:xfrm>
        </p:grpSpPr>
        <p:sp>
          <p:nvSpPr>
            <p:cNvPr id="1159" name="Google Shape;1159;p2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0" name="Google Shape;1160;p2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1" name="Google Shape;1161;p2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2" name="Google Shape;1162;p2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3" name="Google Shape;1163;p2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4" name="Google Shape;1164;p2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65" name="Google Shape;1165;p23"/>
          <p:cNvGrpSpPr/>
          <p:nvPr/>
        </p:nvGrpSpPr>
        <p:grpSpPr>
          <a:xfrm>
            <a:off x="7033875" y="170875"/>
            <a:ext cx="292025" cy="292575"/>
            <a:chOff x="7353050" y="316275"/>
            <a:chExt cx="292025" cy="292575"/>
          </a:xfrm>
        </p:grpSpPr>
        <p:sp>
          <p:nvSpPr>
            <p:cNvPr id="1166" name="Google Shape;1166;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7" name="Google Shape;1167;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8" name="Google Shape;1168;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9" name="Google Shape;1169;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70" name="Google Shape;1170;p23"/>
          <p:cNvGrpSpPr/>
          <p:nvPr/>
        </p:nvGrpSpPr>
        <p:grpSpPr>
          <a:xfrm>
            <a:off x="8757950" y="229650"/>
            <a:ext cx="175000" cy="175000"/>
            <a:chOff x="8792300" y="321275"/>
            <a:chExt cx="175000" cy="175000"/>
          </a:xfrm>
        </p:grpSpPr>
        <p:sp>
          <p:nvSpPr>
            <p:cNvPr id="1171" name="Google Shape;1171;p2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2" name="Google Shape;1172;p2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3" name="Google Shape;1173;p2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4" name="Google Shape;1174;p2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75" name="Google Shape;1175;p23"/>
          <p:cNvGrpSpPr/>
          <p:nvPr/>
        </p:nvGrpSpPr>
        <p:grpSpPr>
          <a:xfrm>
            <a:off x="8490050" y="170875"/>
            <a:ext cx="175013" cy="27000"/>
            <a:chOff x="5662375" y="212375"/>
            <a:chExt cx="175013" cy="27000"/>
          </a:xfrm>
        </p:grpSpPr>
        <p:sp>
          <p:nvSpPr>
            <p:cNvPr id="1176" name="Google Shape;1176;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7" name="Google Shape;1177;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8" name="Google Shape;1178;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79" name="Google Shape;1179;p23"/>
          <p:cNvGrpSpPr/>
          <p:nvPr/>
        </p:nvGrpSpPr>
        <p:grpSpPr>
          <a:xfrm>
            <a:off x="7916350" y="1124600"/>
            <a:ext cx="175013" cy="27000"/>
            <a:chOff x="5662375" y="212375"/>
            <a:chExt cx="175013" cy="27000"/>
          </a:xfrm>
        </p:grpSpPr>
        <p:sp>
          <p:nvSpPr>
            <p:cNvPr id="1180" name="Google Shape;1180;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1" name="Google Shape;1181;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2" name="Google Shape;1182;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2">
  <p:cSld name="CUSTOM_15">
    <p:spTree>
      <p:nvGrpSpPr>
        <p:cNvPr id="1" name="Shape 1183"/>
        <p:cNvGrpSpPr/>
        <p:nvPr/>
      </p:nvGrpSpPr>
      <p:grpSpPr>
        <a:xfrm>
          <a:off x="0" y="0"/>
          <a:ext cx="0" cy="0"/>
          <a:chOff x="0" y="0"/>
          <a:chExt cx="0" cy="0"/>
        </a:xfrm>
      </p:grpSpPr>
      <p:sp>
        <p:nvSpPr>
          <p:cNvPr id="1184" name="Google Shape;1184;p24"/>
          <p:cNvSpPr txBox="1">
            <a:spLocks noGrp="1"/>
          </p:cNvSpPr>
          <p:nvPr>
            <p:ph type="title"/>
          </p:nvPr>
        </p:nvSpPr>
        <p:spPr>
          <a:xfrm>
            <a:off x="723750" y="526925"/>
            <a:ext cx="7696500" cy="572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cxnSp>
        <p:nvCxnSpPr>
          <p:cNvPr id="1185" name="Google Shape;1185;p24"/>
          <p:cNvCxnSpPr/>
          <p:nvPr/>
        </p:nvCxnSpPr>
        <p:spPr>
          <a:xfrm>
            <a:off x="590450" y="4340600"/>
            <a:ext cx="670200" cy="423000"/>
          </a:xfrm>
          <a:prstGeom prst="straightConnector1">
            <a:avLst/>
          </a:prstGeom>
          <a:noFill/>
          <a:ln w="9525" cap="flat" cmpd="sng">
            <a:solidFill>
              <a:schemeClr val="dk1"/>
            </a:solidFill>
            <a:prstDash val="solid"/>
            <a:round/>
            <a:headEnd type="none" w="med" len="med"/>
            <a:tailEnd type="none" w="med" len="med"/>
          </a:ln>
        </p:spPr>
      </p:cxnSp>
      <p:cxnSp>
        <p:nvCxnSpPr>
          <p:cNvPr id="1186" name="Google Shape;1186;p24"/>
          <p:cNvCxnSpPr/>
          <p:nvPr/>
        </p:nvCxnSpPr>
        <p:spPr>
          <a:xfrm rot="10800000" flipH="1">
            <a:off x="0" y="4332550"/>
            <a:ext cx="590700" cy="663900"/>
          </a:xfrm>
          <a:prstGeom prst="straightConnector1">
            <a:avLst/>
          </a:prstGeom>
          <a:noFill/>
          <a:ln w="9525" cap="flat" cmpd="sng">
            <a:solidFill>
              <a:schemeClr val="dk1"/>
            </a:solidFill>
            <a:prstDash val="solid"/>
            <a:round/>
            <a:headEnd type="none" w="med" len="med"/>
            <a:tailEnd type="none" w="med" len="med"/>
          </a:ln>
        </p:spPr>
      </p:cxnSp>
      <p:grpSp>
        <p:nvGrpSpPr>
          <p:cNvPr id="1187" name="Google Shape;1187;p24"/>
          <p:cNvGrpSpPr/>
          <p:nvPr/>
        </p:nvGrpSpPr>
        <p:grpSpPr>
          <a:xfrm flipH="1">
            <a:off x="431725" y="4183775"/>
            <a:ext cx="292025" cy="292575"/>
            <a:chOff x="7353050" y="316275"/>
            <a:chExt cx="292025" cy="292575"/>
          </a:xfrm>
        </p:grpSpPr>
        <p:sp>
          <p:nvSpPr>
            <p:cNvPr id="1188" name="Google Shape;1188;p2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9" name="Google Shape;1189;p2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0" name="Google Shape;1190;p2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1" name="Google Shape;1191;p2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92" name="Google Shape;1192;p24"/>
          <p:cNvGrpSpPr/>
          <p:nvPr/>
        </p:nvGrpSpPr>
        <p:grpSpPr>
          <a:xfrm>
            <a:off x="1075789" y="4604675"/>
            <a:ext cx="293111" cy="293388"/>
            <a:chOff x="3164039" y="430875"/>
            <a:chExt cx="293111" cy="293388"/>
          </a:xfrm>
        </p:grpSpPr>
        <p:sp>
          <p:nvSpPr>
            <p:cNvPr id="1193" name="Google Shape;1193;p24"/>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4" name="Google Shape;1194;p24"/>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5" name="Google Shape;1195;p24"/>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6" name="Google Shape;1196;p24"/>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7" name="Google Shape;1197;p24"/>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8" name="Google Shape;1198;p24"/>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199" name="Google Shape;1199;p24"/>
          <p:cNvCxnSpPr/>
          <p:nvPr/>
        </p:nvCxnSpPr>
        <p:spPr>
          <a:xfrm rot="10800000">
            <a:off x="7196975" y="295100"/>
            <a:ext cx="1157100" cy="542700"/>
          </a:xfrm>
          <a:prstGeom prst="straightConnector1">
            <a:avLst/>
          </a:prstGeom>
          <a:noFill/>
          <a:ln w="9525" cap="flat" cmpd="sng">
            <a:solidFill>
              <a:schemeClr val="dk2"/>
            </a:solidFill>
            <a:prstDash val="solid"/>
            <a:round/>
            <a:headEnd type="none" w="med" len="med"/>
            <a:tailEnd type="none" w="med" len="med"/>
          </a:ln>
        </p:spPr>
      </p:cxnSp>
      <p:cxnSp>
        <p:nvCxnSpPr>
          <p:cNvPr id="1200" name="Google Shape;1200;p24"/>
          <p:cNvCxnSpPr/>
          <p:nvPr/>
        </p:nvCxnSpPr>
        <p:spPr>
          <a:xfrm flipH="1">
            <a:off x="8354075" y="-6625"/>
            <a:ext cx="791400" cy="836400"/>
          </a:xfrm>
          <a:prstGeom prst="straightConnector1">
            <a:avLst/>
          </a:prstGeom>
          <a:noFill/>
          <a:ln w="9525" cap="flat" cmpd="sng">
            <a:solidFill>
              <a:schemeClr val="dk2"/>
            </a:solidFill>
            <a:prstDash val="solid"/>
            <a:round/>
            <a:headEnd type="none" w="med" len="med"/>
            <a:tailEnd type="none" w="med" len="med"/>
          </a:ln>
        </p:spPr>
      </p:cxnSp>
      <p:grpSp>
        <p:nvGrpSpPr>
          <p:cNvPr id="1201" name="Google Shape;1201;p24"/>
          <p:cNvGrpSpPr/>
          <p:nvPr/>
        </p:nvGrpSpPr>
        <p:grpSpPr>
          <a:xfrm>
            <a:off x="8064275" y="526925"/>
            <a:ext cx="581800" cy="582350"/>
            <a:chOff x="8064275" y="887850"/>
            <a:chExt cx="581800" cy="582350"/>
          </a:xfrm>
        </p:grpSpPr>
        <p:sp>
          <p:nvSpPr>
            <p:cNvPr id="1202" name="Google Shape;1202;p2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3" name="Google Shape;1203;p2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4" name="Google Shape;1204;p2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5" name="Google Shape;1205;p2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6" name="Google Shape;1206;p2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7" name="Google Shape;1207;p2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08" name="Google Shape;1208;p24"/>
          <p:cNvGrpSpPr/>
          <p:nvPr/>
        </p:nvGrpSpPr>
        <p:grpSpPr>
          <a:xfrm>
            <a:off x="7033875" y="170875"/>
            <a:ext cx="292025" cy="292575"/>
            <a:chOff x="7353050" y="316275"/>
            <a:chExt cx="292025" cy="292575"/>
          </a:xfrm>
        </p:grpSpPr>
        <p:sp>
          <p:nvSpPr>
            <p:cNvPr id="1209" name="Google Shape;1209;p2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0" name="Google Shape;1210;p2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1" name="Google Shape;1211;p2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2" name="Google Shape;1212;p2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13" name="Google Shape;1213;p24"/>
          <p:cNvGrpSpPr/>
          <p:nvPr/>
        </p:nvGrpSpPr>
        <p:grpSpPr>
          <a:xfrm>
            <a:off x="8757950" y="229650"/>
            <a:ext cx="175000" cy="175000"/>
            <a:chOff x="8792300" y="321275"/>
            <a:chExt cx="175000" cy="175000"/>
          </a:xfrm>
        </p:grpSpPr>
        <p:sp>
          <p:nvSpPr>
            <p:cNvPr id="1214" name="Google Shape;1214;p2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5" name="Google Shape;1215;p2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6" name="Google Shape;1216;p2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7" name="Google Shape;1217;p2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18" name="Google Shape;1218;p24"/>
          <p:cNvGrpSpPr/>
          <p:nvPr/>
        </p:nvGrpSpPr>
        <p:grpSpPr>
          <a:xfrm>
            <a:off x="8490050" y="170875"/>
            <a:ext cx="175013" cy="27000"/>
            <a:chOff x="5662375" y="212375"/>
            <a:chExt cx="175013" cy="27000"/>
          </a:xfrm>
        </p:grpSpPr>
        <p:sp>
          <p:nvSpPr>
            <p:cNvPr id="1219" name="Google Shape;1219;p2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0" name="Google Shape;1220;p2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1" name="Google Shape;1221;p2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22" name="Google Shape;1222;p24"/>
          <p:cNvGrpSpPr/>
          <p:nvPr/>
        </p:nvGrpSpPr>
        <p:grpSpPr>
          <a:xfrm>
            <a:off x="7916350" y="1124600"/>
            <a:ext cx="175013" cy="27000"/>
            <a:chOff x="5662375" y="212375"/>
            <a:chExt cx="175013" cy="27000"/>
          </a:xfrm>
        </p:grpSpPr>
        <p:sp>
          <p:nvSpPr>
            <p:cNvPr id="1223" name="Google Shape;1223;p2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4" name="Google Shape;1224;p2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5" name="Google Shape;1225;p2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18">
    <p:spTree>
      <p:nvGrpSpPr>
        <p:cNvPr id="1" name="Shape 1326"/>
        <p:cNvGrpSpPr/>
        <p:nvPr/>
      </p:nvGrpSpPr>
      <p:grpSpPr>
        <a:xfrm>
          <a:off x="0" y="0"/>
          <a:ext cx="0" cy="0"/>
          <a:chOff x="0" y="0"/>
          <a:chExt cx="0" cy="0"/>
        </a:xfrm>
      </p:grpSpPr>
      <p:cxnSp>
        <p:nvCxnSpPr>
          <p:cNvPr id="1327" name="Google Shape;1327;p27"/>
          <p:cNvCxnSpPr/>
          <p:nvPr/>
        </p:nvCxnSpPr>
        <p:spPr>
          <a:xfrm rot="5400000">
            <a:off x="7269708" y="3324550"/>
            <a:ext cx="1133100" cy="3063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7181408" y="2082400"/>
            <a:ext cx="1342200" cy="3153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7232433" y="736375"/>
            <a:ext cx="1332000" cy="3921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8168433" y="-66600"/>
            <a:ext cx="273900" cy="4071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7407333" y="1284925"/>
            <a:ext cx="581800" cy="582350"/>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38" name="Google Shape;1338;p27"/>
          <p:cNvGrpSpPr/>
          <p:nvPr/>
        </p:nvGrpSpPr>
        <p:grpSpPr>
          <a:xfrm rot="5400000" flipH="1">
            <a:off x="7869720" y="2754200"/>
            <a:ext cx="292025" cy="292575"/>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43" name="Google Shape;1343;p27"/>
          <p:cNvGrpSpPr/>
          <p:nvPr/>
        </p:nvGrpSpPr>
        <p:grpSpPr>
          <a:xfrm rot="5400000" flipH="1">
            <a:off x="8012458" y="178175"/>
            <a:ext cx="175000" cy="175000"/>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48" name="Google Shape;1348;p27"/>
          <p:cNvGrpSpPr/>
          <p:nvPr/>
        </p:nvGrpSpPr>
        <p:grpSpPr>
          <a:xfrm rot="5400000">
            <a:off x="7551683" y="3879926"/>
            <a:ext cx="293111" cy="293388"/>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55" name="Google Shape;1355;p27"/>
          <p:cNvGrpSpPr/>
          <p:nvPr/>
        </p:nvGrpSpPr>
        <p:grpSpPr>
          <a:xfrm rot="5400000" flipH="1">
            <a:off x="8259052" y="323144"/>
            <a:ext cx="175013" cy="27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359" name="Google Shape;1359;p27"/>
          <p:cNvCxnSpPr/>
          <p:nvPr/>
        </p:nvCxnSpPr>
        <p:spPr>
          <a:xfrm rot="5400000" flipH="1">
            <a:off x="740850" y="2598325"/>
            <a:ext cx="1672500" cy="126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847100" y="3554000"/>
            <a:ext cx="829500" cy="7434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105775" y="4151250"/>
            <a:ext cx="796500" cy="1188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621475" y="4062025"/>
            <a:ext cx="581800" cy="582350"/>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69" name="Google Shape;1369;p27"/>
          <p:cNvGrpSpPr/>
          <p:nvPr/>
        </p:nvGrpSpPr>
        <p:grpSpPr>
          <a:xfrm rot="5400000">
            <a:off x="1482825" y="3350800"/>
            <a:ext cx="292025" cy="292575"/>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74" name="Google Shape;1374;p27"/>
          <p:cNvGrpSpPr/>
          <p:nvPr/>
        </p:nvGrpSpPr>
        <p:grpSpPr>
          <a:xfrm rot="5400000">
            <a:off x="1595125" y="4790325"/>
            <a:ext cx="175000" cy="175000"/>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379" name="Google Shape;1379;p27"/>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0" name="Google Shape;1380;p27"/>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1" name="Google Shape;1381;p27"/>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2" name="Google Shape;1382;p27"/>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3" name="Google Shape;1383;p27"/>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4" name="Google Shape;1384;p27"/>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385" name="Google Shape;1385;p27"/>
          <p:cNvGrpSpPr/>
          <p:nvPr/>
        </p:nvGrpSpPr>
        <p:grpSpPr>
          <a:xfrm rot="5400000">
            <a:off x="1701119" y="1515381"/>
            <a:ext cx="175013" cy="27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89" name="Google Shape;1389;p27"/>
          <p:cNvGrpSpPr/>
          <p:nvPr/>
        </p:nvGrpSpPr>
        <p:grpSpPr>
          <a:xfrm rot="5400000">
            <a:off x="1819519" y="4562081"/>
            <a:ext cx="175013" cy="27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93" name="Google Shape;1393;p27"/>
          <p:cNvGrpSpPr/>
          <p:nvPr/>
        </p:nvGrpSpPr>
        <p:grpSpPr>
          <a:xfrm rot="5400000">
            <a:off x="408594" y="4140781"/>
            <a:ext cx="175013" cy="27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2">
  <p:cSld name="CUSTOM_19">
    <p:spTree>
      <p:nvGrpSpPr>
        <p:cNvPr id="1" name="Shape 1397"/>
        <p:cNvGrpSpPr/>
        <p:nvPr/>
      </p:nvGrpSpPr>
      <p:grpSpPr>
        <a:xfrm>
          <a:off x="0" y="0"/>
          <a:ext cx="0" cy="0"/>
          <a:chOff x="0" y="0"/>
          <a:chExt cx="0" cy="0"/>
        </a:xfrm>
      </p:grpSpPr>
      <p:grpSp>
        <p:nvGrpSpPr>
          <p:cNvPr id="1398" name="Google Shape;1398;p28"/>
          <p:cNvGrpSpPr/>
          <p:nvPr/>
        </p:nvGrpSpPr>
        <p:grpSpPr>
          <a:xfrm>
            <a:off x="261711" y="-1158"/>
            <a:ext cx="8550326" cy="3981600"/>
            <a:chOff x="261711" y="-1158"/>
            <a:chExt cx="8550326" cy="3981600"/>
          </a:xfrm>
        </p:grpSpPr>
        <p:cxnSp>
          <p:nvCxnSpPr>
            <p:cNvPr id="1399" name="Google Shape;1399;p28"/>
            <p:cNvCxnSpPr/>
            <p:nvPr/>
          </p:nvCxnSpPr>
          <p:spPr>
            <a:xfrm>
              <a:off x="515925" y="-1158"/>
              <a:ext cx="0" cy="3981600"/>
            </a:xfrm>
            <a:prstGeom prst="straightConnector1">
              <a:avLst/>
            </a:prstGeom>
            <a:noFill/>
            <a:ln w="9525" cap="flat" cmpd="sng">
              <a:solidFill>
                <a:srgbClr val="595959"/>
              </a:solidFill>
              <a:prstDash val="solid"/>
              <a:round/>
              <a:headEnd type="none" w="med" len="med"/>
              <a:tailEnd type="none" w="med" len="med"/>
            </a:ln>
          </p:spPr>
        </p:cxnSp>
        <p:cxnSp>
          <p:nvCxnSpPr>
            <p:cNvPr id="1400" name="Google Shape;1400;p28"/>
            <p:cNvCxnSpPr/>
            <p:nvPr/>
          </p:nvCxnSpPr>
          <p:spPr>
            <a:xfrm>
              <a:off x="8666025" y="-1158"/>
              <a:ext cx="0" cy="1902000"/>
            </a:xfrm>
            <a:prstGeom prst="straightConnector1">
              <a:avLst/>
            </a:prstGeom>
            <a:noFill/>
            <a:ln w="9525" cap="flat" cmpd="sng">
              <a:solidFill>
                <a:srgbClr val="595959"/>
              </a:solidFill>
              <a:prstDash val="solid"/>
              <a:round/>
              <a:headEnd type="none" w="med" len="med"/>
              <a:tailEnd type="none" w="med" len="med"/>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3" name="Google Shape;1403;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4" name="Google Shape;1404;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5" name="Google Shape;1405;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8" name="Google Shape;1408;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9" name="Google Shape;1409;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0" name="Google Shape;1410;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3" name="Google Shape;1413;p2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4" name="Google Shape;1414;p2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5" name="Google Shape;1415;p2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6" name="Google Shape;1416;p2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7" name="Google Shape;1417;p2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3">
  <p:cSld name="CUSTOM_20">
    <p:spTree>
      <p:nvGrpSpPr>
        <p:cNvPr id="1" name="Shape 1418"/>
        <p:cNvGrpSpPr/>
        <p:nvPr/>
      </p:nvGrpSpPr>
      <p:grpSpPr>
        <a:xfrm>
          <a:off x="0" y="0"/>
          <a:ext cx="0" cy="0"/>
          <a:chOff x="0" y="0"/>
          <a:chExt cx="0" cy="0"/>
        </a:xfrm>
      </p:grpSpPr>
      <p:grpSp>
        <p:nvGrpSpPr>
          <p:cNvPr id="1419" name="Google Shape;1419;p29"/>
          <p:cNvGrpSpPr/>
          <p:nvPr/>
        </p:nvGrpSpPr>
        <p:grpSpPr>
          <a:xfrm>
            <a:off x="432850" y="0"/>
            <a:ext cx="8278300" cy="51657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3" name="Google Shape;1423;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4" name="Google Shape;1424;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5" name="Google Shape;1425;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6" name="Google Shape;1426;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7" name="Google Shape;1427;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0" name="Google Shape;1430;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1" name="Google Shape;1431;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2" name="Google Shape;1432;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5" name="Google Shape;1435;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6" name="Google Shape;1436;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7" name="Google Shape;1437;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438" name="Google Shape;1438;p29"/>
            <p:cNvCxnSpPr/>
            <p:nvPr/>
          </p:nvCxnSpPr>
          <p:spPr>
            <a:xfrm>
              <a:off x="723725" y="613"/>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1" name="Google Shape;1441;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2" name="Google Shape;1442;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3" name="Google Shape;1443;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4" name="Google Shape;1444;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5" name="Google Shape;1445;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8" name="Google Shape;1448;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9" name="Google Shape;1449;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0" name="Google Shape;1450;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3" name="Google Shape;1453;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4" name="Google Shape;1454;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5" name="Google Shape;1455;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8" name="Google Shape;1458;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9" name="Google Shape;1459;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2" name="Google Shape;1462;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3" name="Google Shape;1463;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6" name="Google Shape;1466;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7" name="Google Shape;1467;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0" name="Google Shape;1470;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1" name="Google Shape;1471;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472" name="Google Shape;1472;p29"/>
            <p:cNvCxnSpPr/>
            <p:nvPr/>
          </p:nvCxnSpPr>
          <p:spPr>
            <a:xfrm>
              <a:off x="8407225" y="0"/>
              <a:ext cx="0" cy="2160900"/>
            </a:xfrm>
            <a:prstGeom prst="straightConnector1">
              <a:avLst/>
            </a:prstGeom>
            <a:noFill/>
            <a:ln w="9525" cap="flat" cmpd="sng">
              <a:solidFill>
                <a:srgbClr val="595959"/>
              </a:solidFill>
              <a:prstDash val="solid"/>
              <a:round/>
              <a:headEnd type="none" w="med" len="med"/>
              <a:tailEnd type="none" w="med" len="med"/>
            </a:ln>
          </p:spPr>
        </p:cxnSp>
        <p:cxnSp>
          <p:nvCxnSpPr>
            <p:cNvPr id="1473" name="Google Shape;1473;p29"/>
            <p:cNvCxnSpPr/>
            <p:nvPr/>
          </p:nvCxnSpPr>
          <p:spPr>
            <a:xfrm>
              <a:off x="718025" y="2985634"/>
              <a:ext cx="0" cy="2160900"/>
            </a:xfrm>
            <a:prstGeom prst="straightConnector1">
              <a:avLst/>
            </a:prstGeom>
            <a:noFill/>
            <a:ln w="9525" cap="flat" cmpd="sng">
              <a:solidFill>
                <a:srgbClr val="595959"/>
              </a:solidFill>
              <a:prstDash val="solid"/>
              <a:round/>
              <a:headEnd type="none" w="med" len="med"/>
              <a:tailEnd type="none" w="med" len="med"/>
            </a:ln>
          </p:spPr>
        </p:cxnSp>
        <p:sp>
          <p:nvSpPr>
            <p:cNvPr id="1474" name="Google Shape;1474;p29"/>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5" name="Google Shape;1475;p29"/>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6" name="Google Shape;1476;p29"/>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7" name="Google Shape;1477;p29"/>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4">
  <p:cSld name="CUSTOM_21">
    <p:spTree>
      <p:nvGrpSpPr>
        <p:cNvPr id="1" name="Shape 1478"/>
        <p:cNvGrpSpPr/>
        <p:nvPr/>
      </p:nvGrpSpPr>
      <p:grpSpPr>
        <a:xfrm>
          <a:off x="0" y="0"/>
          <a:ext cx="0" cy="0"/>
          <a:chOff x="0" y="0"/>
          <a:chExt cx="0" cy="0"/>
        </a:xfrm>
      </p:grpSpPr>
      <p:grpSp>
        <p:nvGrpSpPr>
          <p:cNvPr id="1479" name="Google Shape;1479;p30"/>
          <p:cNvGrpSpPr/>
          <p:nvPr/>
        </p:nvGrpSpPr>
        <p:grpSpPr>
          <a:xfrm>
            <a:off x="-6867" y="-6625"/>
            <a:ext cx="9152342" cy="5102050"/>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2">
  <p:cSld name="CUSTOM_22">
    <p:spTree>
      <p:nvGrpSpPr>
        <p:cNvPr id="1" name="Shape 1546"/>
        <p:cNvGrpSpPr/>
        <p:nvPr/>
      </p:nvGrpSpPr>
      <p:grpSpPr>
        <a:xfrm>
          <a:off x="0" y="0"/>
          <a:ext cx="0" cy="0"/>
          <a:chOff x="0" y="0"/>
          <a:chExt cx="0" cy="0"/>
        </a:xfrm>
      </p:grpSpPr>
      <p:grpSp>
        <p:nvGrpSpPr>
          <p:cNvPr id="1547" name="Google Shape;1547;p31"/>
          <p:cNvGrpSpPr/>
          <p:nvPr/>
        </p:nvGrpSpPr>
        <p:grpSpPr>
          <a:xfrm>
            <a:off x="1349626" y="598417"/>
            <a:ext cx="6453730" cy="3631136"/>
            <a:chOff x="365750" y="1285025"/>
            <a:chExt cx="6934275" cy="3315500"/>
          </a:xfrm>
        </p:grpSpPr>
        <p:sp>
          <p:nvSpPr>
            <p:cNvPr id="1548" name="Google Shape;1548;p31"/>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9" name="Google Shape;1549;p31"/>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550" name="Google Shape;1550;p31"/>
          <p:cNvSpPr txBox="1">
            <a:spLocks noGrp="1"/>
          </p:cNvSpPr>
          <p:nvPr>
            <p:ph type="title"/>
          </p:nvPr>
        </p:nvSpPr>
        <p:spPr>
          <a:xfrm>
            <a:off x="2624328" y="1018528"/>
            <a:ext cx="3904500" cy="190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p:txBody>
      </p:sp>
      <p:grpSp>
        <p:nvGrpSpPr>
          <p:cNvPr id="1551" name="Google Shape;1551;p31"/>
          <p:cNvGrpSpPr/>
          <p:nvPr/>
        </p:nvGrpSpPr>
        <p:grpSpPr>
          <a:xfrm>
            <a:off x="-6867" y="-6625"/>
            <a:ext cx="9152342" cy="5102050"/>
            <a:chOff x="-6867" y="-6625"/>
            <a:chExt cx="9152342" cy="5102050"/>
          </a:xfrm>
        </p:grpSpPr>
        <p:cxnSp>
          <p:nvCxnSpPr>
            <p:cNvPr id="1552" name="Google Shape;1552;p31"/>
            <p:cNvCxnSpPr/>
            <p:nvPr/>
          </p:nvCxnSpPr>
          <p:spPr>
            <a:xfrm>
              <a:off x="2904283" y="4513075"/>
              <a:ext cx="1133100" cy="306300"/>
            </a:xfrm>
            <a:prstGeom prst="straightConnector1">
              <a:avLst/>
            </a:prstGeom>
            <a:noFill/>
            <a:ln w="9525" cap="flat" cmpd="sng">
              <a:solidFill>
                <a:srgbClr val="595959"/>
              </a:solidFill>
              <a:prstDash val="solid"/>
              <a:round/>
              <a:headEnd type="none" w="med" len="med"/>
              <a:tailEnd type="none" w="med" len="med"/>
            </a:ln>
          </p:spPr>
        </p:cxnSp>
        <p:cxnSp>
          <p:nvCxnSpPr>
            <p:cNvPr id="1553" name="Google Shape;1553;p31"/>
            <p:cNvCxnSpPr/>
            <p:nvPr/>
          </p:nvCxnSpPr>
          <p:spPr>
            <a:xfrm rot="10800000" flipH="1">
              <a:off x="1562083" y="4492325"/>
              <a:ext cx="1342200" cy="315300"/>
            </a:xfrm>
            <a:prstGeom prst="straightConnector1">
              <a:avLst/>
            </a:prstGeom>
            <a:noFill/>
            <a:ln w="9525" cap="flat" cmpd="sng">
              <a:solidFill>
                <a:srgbClr val="595959"/>
              </a:solidFill>
              <a:prstDash val="solid"/>
              <a:round/>
              <a:headEnd type="none" w="med" len="med"/>
              <a:tailEnd type="none" w="med" len="med"/>
            </a:ln>
          </p:spPr>
        </p:cxnSp>
        <p:cxnSp>
          <p:nvCxnSpPr>
            <p:cNvPr id="1554" name="Google Shape;1554;p31"/>
            <p:cNvCxnSpPr/>
            <p:nvPr/>
          </p:nvCxnSpPr>
          <p:spPr>
            <a:xfrm>
              <a:off x="259558" y="4408000"/>
              <a:ext cx="1332000" cy="392100"/>
            </a:xfrm>
            <a:prstGeom prst="straightConnector1">
              <a:avLst/>
            </a:prstGeom>
            <a:noFill/>
            <a:ln w="9525" cap="flat" cmpd="sng">
              <a:solidFill>
                <a:srgbClr val="595959"/>
              </a:solidFill>
              <a:prstDash val="solid"/>
              <a:round/>
              <a:headEnd type="none" w="med" len="med"/>
              <a:tailEnd type="none" w="med" len="med"/>
            </a:ln>
          </p:spPr>
        </p:cxnSp>
        <p:cxnSp>
          <p:nvCxnSpPr>
            <p:cNvPr id="1555" name="Google Shape;1555;p31"/>
            <p:cNvCxnSpPr/>
            <p:nvPr/>
          </p:nvCxnSpPr>
          <p:spPr>
            <a:xfrm>
              <a:off x="-6867" y="3993550"/>
              <a:ext cx="273900" cy="407100"/>
            </a:xfrm>
            <a:prstGeom prst="straightConnector1">
              <a:avLst/>
            </a:prstGeom>
            <a:noFill/>
            <a:ln w="9525" cap="flat" cmpd="sng">
              <a:solidFill>
                <a:srgbClr val="595959"/>
              </a:solidFill>
              <a:prstDash val="solid"/>
              <a:round/>
              <a:headEnd type="none" w="med" len="med"/>
              <a:tailEnd type="none" w="med" len="med"/>
            </a:ln>
          </p:spPr>
        </p:cxnSp>
        <p:grpSp>
          <p:nvGrpSpPr>
            <p:cNvPr id="1556" name="Google Shape;1556;p31"/>
            <p:cNvGrpSpPr/>
            <p:nvPr/>
          </p:nvGrpSpPr>
          <p:grpSpPr>
            <a:xfrm flipH="1">
              <a:off x="1278333" y="4513075"/>
              <a:ext cx="581800" cy="582350"/>
              <a:chOff x="8064275" y="887850"/>
              <a:chExt cx="581800" cy="582350"/>
            </a:xfrm>
          </p:grpSpPr>
          <p:sp>
            <p:nvSpPr>
              <p:cNvPr id="1557" name="Google Shape;1557;p3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8" name="Google Shape;1558;p3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9" name="Google Shape;1559;p3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0" name="Google Shape;1560;p3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1" name="Google Shape;1561;p3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2" name="Google Shape;1562;p3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63" name="Google Shape;1563;p31"/>
            <p:cNvGrpSpPr/>
            <p:nvPr/>
          </p:nvGrpSpPr>
          <p:grpSpPr>
            <a:xfrm flipH="1">
              <a:off x="2747608" y="4340463"/>
              <a:ext cx="292025" cy="292575"/>
              <a:chOff x="7353050" y="316275"/>
              <a:chExt cx="292025" cy="292575"/>
            </a:xfrm>
          </p:grpSpPr>
          <p:sp>
            <p:nvSpPr>
              <p:cNvPr id="1564" name="Google Shape;1564;p3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5" name="Google Shape;1565;p3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6" name="Google Shape;1566;p3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7" name="Google Shape;1567;p3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68" name="Google Shape;1568;p31"/>
            <p:cNvGrpSpPr/>
            <p:nvPr/>
          </p:nvGrpSpPr>
          <p:grpSpPr>
            <a:xfrm flipH="1">
              <a:off x="171308" y="4315025"/>
              <a:ext cx="175000" cy="175000"/>
              <a:chOff x="8792300" y="321275"/>
              <a:chExt cx="175000" cy="175000"/>
            </a:xfrm>
          </p:grpSpPr>
          <p:sp>
            <p:nvSpPr>
              <p:cNvPr id="1569" name="Google Shape;1569;p3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0" name="Google Shape;1570;p3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1" name="Google Shape;1571;p3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2" name="Google Shape;1572;p3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73" name="Google Shape;1573;p31"/>
            <p:cNvGrpSpPr/>
            <p:nvPr/>
          </p:nvGrpSpPr>
          <p:grpSpPr>
            <a:xfrm>
              <a:off x="3873197" y="4657550"/>
              <a:ext cx="293111" cy="293388"/>
              <a:chOff x="3164039" y="430875"/>
              <a:chExt cx="293111" cy="293388"/>
            </a:xfrm>
          </p:grpSpPr>
          <p:sp>
            <p:nvSpPr>
              <p:cNvPr id="1574" name="Google Shape;1574;p31"/>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5" name="Google Shape;1575;p31"/>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6" name="Google Shape;1576;p31"/>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7" name="Google Shape;1577;p31"/>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8" name="Google Shape;1578;p31"/>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9" name="Google Shape;1579;p31"/>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80" name="Google Shape;1580;p31"/>
            <p:cNvGrpSpPr/>
            <p:nvPr/>
          </p:nvGrpSpPr>
          <p:grpSpPr>
            <a:xfrm flipH="1">
              <a:off x="242270" y="4142425"/>
              <a:ext cx="175013" cy="27000"/>
              <a:chOff x="5662375" y="212375"/>
              <a:chExt cx="175013" cy="27000"/>
            </a:xfrm>
          </p:grpSpPr>
          <p:sp>
            <p:nvSpPr>
              <p:cNvPr id="1581" name="Google Shape;1581;p31"/>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2" name="Google Shape;1582;p31"/>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3" name="Google Shape;1583;p31"/>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584" name="Google Shape;1584;p31"/>
            <p:cNvCxnSpPr/>
            <p:nvPr/>
          </p:nvCxnSpPr>
          <p:spPr>
            <a:xfrm rot="10800000">
              <a:off x="5995050" y="226600"/>
              <a:ext cx="1504500" cy="224700"/>
            </a:xfrm>
            <a:prstGeom prst="straightConnector1">
              <a:avLst/>
            </a:prstGeom>
            <a:noFill/>
            <a:ln w="9525" cap="flat" cmpd="sng">
              <a:solidFill>
                <a:srgbClr val="595959"/>
              </a:solidFill>
              <a:prstDash val="solid"/>
              <a:round/>
              <a:headEnd type="none" w="med" len="med"/>
              <a:tailEnd type="none" w="med" len="med"/>
            </a:ln>
          </p:spPr>
        </p:cxnSp>
        <p:cxnSp>
          <p:nvCxnSpPr>
            <p:cNvPr id="1585" name="Google Shape;1585;p31"/>
            <p:cNvCxnSpPr/>
            <p:nvPr/>
          </p:nvCxnSpPr>
          <p:spPr>
            <a:xfrm rot="10800000">
              <a:off x="7512925" y="457850"/>
              <a:ext cx="829500" cy="743400"/>
            </a:xfrm>
            <a:prstGeom prst="straightConnector1">
              <a:avLst/>
            </a:prstGeom>
            <a:noFill/>
            <a:ln w="9525" cap="flat" cmpd="sng">
              <a:solidFill>
                <a:srgbClr val="595959"/>
              </a:solidFill>
              <a:prstDash val="solid"/>
              <a:round/>
              <a:headEnd type="none" w="med" len="med"/>
              <a:tailEnd type="none" w="med" len="med"/>
            </a:ln>
          </p:spPr>
        </p:cxnSp>
        <p:cxnSp>
          <p:nvCxnSpPr>
            <p:cNvPr id="1586" name="Google Shape;1586;p31"/>
            <p:cNvCxnSpPr/>
            <p:nvPr/>
          </p:nvCxnSpPr>
          <p:spPr>
            <a:xfrm flipH="1">
              <a:off x="8348975" y="-6625"/>
              <a:ext cx="796500" cy="1188000"/>
            </a:xfrm>
            <a:prstGeom prst="straightConnector1">
              <a:avLst/>
            </a:prstGeom>
            <a:noFill/>
            <a:ln w="9525" cap="flat" cmpd="sng">
              <a:solidFill>
                <a:srgbClr val="595959"/>
              </a:solidFill>
              <a:prstDash val="solid"/>
              <a:round/>
              <a:headEnd type="none" w="med" len="med"/>
              <a:tailEnd type="none" w="med" len="med"/>
            </a:ln>
          </p:spPr>
        </p:cxnSp>
        <p:grpSp>
          <p:nvGrpSpPr>
            <p:cNvPr id="1587" name="Google Shape;1587;p31"/>
            <p:cNvGrpSpPr/>
            <p:nvPr/>
          </p:nvGrpSpPr>
          <p:grpSpPr>
            <a:xfrm>
              <a:off x="8064275" y="1040250"/>
              <a:ext cx="581800" cy="582350"/>
              <a:chOff x="8064275" y="887850"/>
              <a:chExt cx="581800" cy="582350"/>
            </a:xfrm>
          </p:grpSpPr>
          <p:sp>
            <p:nvSpPr>
              <p:cNvPr id="1588" name="Google Shape;1588;p3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9" name="Google Shape;1589;p3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0" name="Google Shape;1590;p3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1" name="Google Shape;1591;p3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2" name="Google Shape;1592;p3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3" name="Google Shape;1593;p3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94" name="Google Shape;1594;p31"/>
            <p:cNvGrpSpPr/>
            <p:nvPr/>
          </p:nvGrpSpPr>
          <p:grpSpPr>
            <a:xfrm>
              <a:off x="7353050" y="316275"/>
              <a:ext cx="292025" cy="292575"/>
              <a:chOff x="7353050" y="316275"/>
              <a:chExt cx="292025" cy="292575"/>
            </a:xfrm>
          </p:grpSpPr>
          <p:sp>
            <p:nvSpPr>
              <p:cNvPr id="1595" name="Google Shape;1595;p3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6" name="Google Shape;1596;p3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7" name="Google Shape;1597;p3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8" name="Google Shape;1598;p3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99" name="Google Shape;1599;p31"/>
            <p:cNvGrpSpPr/>
            <p:nvPr/>
          </p:nvGrpSpPr>
          <p:grpSpPr>
            <a:xfrm>
              <a:off x="8792300" y="321275"/>
              <a:ext cx="175000" cy="175000"/>
              <a:chOff x="8792300" y="321275"/>
              <a:chExt cx="175000" cy="175000"/>
            </a:xfrm>
          </p:grpSpPr>
          <p:sp>
            <p:nvSpPr>
              <p:cNvPr id="1600" name="Google Shape;1600;p3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1" name="Google Shape;1601;p3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2" name="Google Shape;1602;p3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3" name="Google Shape;1603;p3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604" name="Google Shape;1604;p31"/>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5" name="Google Shape;1605;p31"/>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6" name="Google Shape;1606;p31"/>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7" name="Google Shape;1607;p31"/>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8" name="Google Shape;1608;p31"/>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9" name="Google Shape;1609;p31"/>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610" name="Google Shape;1610;p31"/>
            <p:cNvGrpSpPr/>
            <p:nvPr/>
          </p:nvGrpSpPr>
          <p:grpSpPr>
            <a:xfrm>
              <a:off x="8490050" y="170875"/>
              <a:ext cx="175013" cy="27000"/>
              <a:chOff x="5662375" y="212375"/>
              <a:chExt cx="175013" cy="27000"/>
            </a:xfrm>
          </p:grpSpPr>
          <p:sp>
            <p:nvSpPr>
              <p:cNvPr id="1611" name="Google Shape;1611;p31"/>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2" name="Google Shape;1612;p31"/>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3" name="Google Shape;1613;p31"/>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614" name="Google Shape;1614;p31"/>
            <p:cNvGrpSpPr/>
            <p:nvPr/>
          </p:nvGrpSpPr>
          <p:grpSpPr>
            <a:xfrm>
              <a:off x="8678350" y="1658000"/>
              <a:ext cx="175013" cy="27000"/>
              <a:chOff x="5662375" y="212375"/>
              <a:chExt cx="175013" cy="27000"/>
            </a:xfrm>
          </p:grpSpPr>
          <p:sp>
            <p:nvSpPr>
              <p:cNvPr id="1615" name="Google Shape;1615;p31"/>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6" name="Google Shape;1616;p31"/>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7" name="Google Shape;1617;p31"/>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1618" name="Google Shape;1618;p31"/>
          <p:cNvSpPr txBox="1">
            <a:spLocks noGrp="1"/>
          </p:cNvSpPr>
          <p:nvPr>
            <p:ph type="subTitle" idx="1"/>
          </p:nvPr>
        </p:nvSpPr>
        <p:spPr>
          <a:xfrm>
            <a:off x="3639300" y="2596896"/>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Highlighted numbers">
  <p:cSld name="Highlighted numbers">
    <p:spTree>
      <p:nvGrpSpPr>
        <p:cNvPr id="1" name="Shape 985"/>
        <p:cNvGrpSpPr/>
        <p:nvPr/>
      </p:nvGrpSpPr>
      <p:grpSpPr>
        <a:xfrm>
          <a:off x="0" y="0"/>
          <a:ext cx="0" cy="0"/>
          <a:chOff x="0" y="0"/>
          <a:chExt cx="0" cy="0"/>
        </a:xfrm>
      </p:grpSpPr>
      <p:sp>
        <p:nvSpPr>
          <p:cNvPr id="986" name="Google Shape;986;p20"/>
          <p:cNvSpPr txBox="1">
            <a:spLocks noGrp="1"/>
          </p:cNvSpPr>
          <p:nvPr>
            <p:ph type="title" hasCustomPrompt="1"/>
          </p:nvPr>
        </p:nvSpPr>
        <p:spPr>
          <a:xfrm>
            <a:off x="2825496" y="704088"/>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87" name="Google Shape;987;p20"/>
          <p:cNvSpPr txBox="1">
            <a:spLocks noGrp="1"/>
          </p:cNvSpPr>
          <p:nvPr>
            <p:ph type="subTitle" idx="1"/>
          </p:nvPr>
        </p:nvSpPr>
        <p:spPr>
          <a:xfrm>
            <a:off x="2825496" y="1225296"/>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988" name="Google Shape;988;p20"/>
          <p:cNvSpPr txBox="1">
            <a:spLocks noGrp="1"/>
          </p:cNvSpPr>
          <p:nvPr>
            <p:ph type="title" idx="2" hasCustomPrompt="1"/>
          </p:nvPr>
        </p:nvSpPr>
        <p:spPr>
          <a:xfrm>
            <a:off x="2825496" y="2185416"/>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89" name="Google Shape;989;p20"/>
          <p:cNvSpPr txBox="1">
            <a:spLocks noGrp="1"/>
          </p:cNvSpPr>
          <p:nvPr>
            <p:ph type="subTitle" idx="3"/>
          </p:nvPr>
        </p:nvSpPr>
        <p:spPr>
          <a:xfrm>
            <a:off x="2825496" y="2697480"/>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990" name="Google Shape;990;p20"/>
          <p:cNvSpPr txBox="1">
            <a:spLocks noGrp="1"/>
          </p:cNvSpPr>
          <p:nvPr>
            <p:ph type="title" idx="4" hasCustomPrompt="1"/>
          </p:nvPr>
        </p:nvSpPr>
        <p:spPr>
          <a:xfrm>
            <a:off x="2825496" y="3648456"/>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91" name="Google Shape;991;p20"/>
          <p:cNvSpPr txBox="1">
            <a:spLocks noGrp="1"/>
          </p:cNvSpPr>
          <p:nvPr>
            <p:ph type="subTitle" idx="5"/>
          </p:nvPr>
        </p:nvSpPr>
        <p:spPr>
          <a:xfrm>
            <a:off x="2834640" y="4169664"/>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cxnSp>
        <p:nvCxnSpPr>
          <p:cNvPr id="992" name="Google Shape;992;p20"/>
          <p:cNvCxnSpPr/>
          <p:nvPr/>
        </p:nvCxnSpPr>
        <p:spPr>
          <a:xfrm rot="5400000">
            <a:off x="7269708" y="3324550"/>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993" name="Google Shape;993;p20"/>
          <p:cNvCxnSpPr/>
          <p:nvPr/>
        </p:nvCxnSpPr>
        <p:spPr>
          <a:xfrm rot="-5400000" flipH="1">
            <a:off x="7181408" y="2082400"/>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994" name="Google Shape;994;p20"/>
          <p:cNvCxnSpPr/>
          <p:nvPr/>
        </p:nvCxnSpPr>
        <p:spPr>
          <a:xfrm rot="5400000">
            <a:off x="7232433" y="736375"/>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995" name="Google Shape;995;p20"/>
          <p:cNvCxnSpPr/>
          <p:nvPr/>
        </p:nvCxnSpPr>
        <p:spPr>
          <a:xfrm rot="5400000">
            <a:off x="8168433" y="-6660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996" name="Google Shape;996;p20"/>
          <p:cNvGrpSpPr/>
          <p:nvPr/>
        </p:nvGrpSpPr>
        <p:grpSpPr>
          <a:xfrm rot="5400000" flipH="1">
            <a:off x="7407333" y="1284925"/>
            <a:ext cx="581800" cy="582350"/>
            <a:chOff x="8064275" y="887850"/>
            <a:chExt cx="581800" cy="582350"/>
          </a:xfrm>
        </p:grpSpPr>
        <p:sp>
          <p:nvSpPr>
            <p:cNvPr id="997" name="Google Shape;997;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8" name="Google Shape;998;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9" name="Google Shape;999;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0" name="Google Shape;1000;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1" name="Google Shape;1001;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2" name="Google Shape;1002;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03" name="Google Shape;1003;p20"/>
          <p:cNvGrpSpPr/>
          <p:nvPr/>
        </p:nvGrpSpPr>
        <p:grpSpPr>
          <a:xfrm rot="5400000" flipH="1">
            <a:off x="7869720" y="2754200"/>
            <a:ext cx="292025" cy="292575"/>
            <a:chOff x="7353050" y="316275"/>
            <a:chExt cx="292025" cy="292575"/>
          </a:xfrm>
        </p:grpSpPr>
        <p:sp>
          <p:nvSpPr>
            <p:cNvPr id="1004" name="Google Shape;1004;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5" name="Google Shape;1005;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6" name="Google Shape;1006;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7" name="Google Shape;1007;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08" name="Google Shape;1008;p20"/>
          <p:cNvGrpSpPr/>
          <p:nvPr/>
        </p:nvGrpSpPr>
        <p:grpSpPr>
          <a:xfrm rot="5400000" flipH="1">
            <a:off x="8012458" y="178175"/>
            <a:ext cx="175000" cy="175000"/>
            <a:chOff x="8792300" y="321275"/>
            <a:chExt cx="175000" cy="175000"/>
          </a:xfrm>
        </p:grpSpPr>
        <p:sp>
          <p:nvSpPr>
            <p:cNvPr id="1009" name="Google Shape;1009;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0" name="Google Shape;1010;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1" name="Google Shape;1011;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2" name="Google Shape;1012;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13" name="Google Shape;1013;p20"/>
          <p:cNvGrpSpPr/>
          <p:nvPr/>
        </p:nvGrpSpPr>
        <p:grpSpPr>
          <a:xfrm rot="5400000">
            <a:off x="7551683" y="3879926"/>
            <a:ext cx="293111" cy="293388"/>
            <a:chOff x="3164039" y="430875"/>
            <a:chExt cx="293111" cy="293388"/>
          </a:xfrm>
        </p:grpSpPr>
        <p:sp>
          <p:nvSpPr>
            <p:cNvPr id="1014" name="Google Shape;1014;p2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5" name="Google Shape;1015;p2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6" name="Google Shape;1016;p2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7" name="Google Shape;1017;p2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8" name="Google Shape;1018;p2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9" name="Google Shape;1019;p2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20" name="Google Shape;1020;p20"/>
          <p:cNvGrpSpPr/>
          <p:nvPr/>
        </p:nvGrpSpPr>
        <p:grpSpPr>
          <a:xfrm rot="5400000" flipH="1">
            <a:off x="8259052" y="323144"/>
            <a:ext cx="175013" cy="27000"/>
            <a:chOff x="5662375" y="212375"/>
            <a:chExt cx="175013" cy="27000"/>
          </a:xfrm>
        </p:grpSpPr>
        <p:sp>
          <p:nvSpPr>
            <p:cNvPr id="1021" name="Google Shape;102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2" name="Google Shape;102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3" name="Google Shape;102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024" name="Google Shape;1024;p20"/>
          <p:cNvCxnSpPr/>
          <p:nvPr/>
        </p:nvCxnSpPr>
        <p:spPr>
          <a:xfrm rot="5400000" flipH="1">
            <a:off x="740850" y="25983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1025" name="Google Shape;1025;p20"/>
          <p:cNvCxnSpPr/>
          <p:nvPr/>
        </p:nvCxnSpPr>
        <p:spPr>
          <a:xfrm rot="-5400000">
            <a:off x="847100" y="355400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026" name="Google Shape;1026;p20"/>
          <p:cNvCxnSpPr/>
          <p:nvPr/>
        </p:nvCxnSpPr>
        <p:spPr>
          <a:xfrm rot="5400000" flipH="1">
            <a:off x="1105775" y="415125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027" name="Google Shape;1027;p20"/>
          <p:cNvGrpSpPr/>
          <p:nvPr/>
        </p:nvGrpSpPr>
        <p:grpSpPr>
          <a:xfrm rot="5400000">
            <a:off x="621475" y="4062025"/>
            <a:ext cx="581800" cy="582350"/>
            <a:chOff x="8064275" y="887850"/>
            <a:chExt cx="581800" cy="582350"/>
          </a:xfrm>
        </p:grpSpPr>
        <p:sp>
          <p:nvSpPr>
            <p:cNvPr id="1028" name="Google Shape;1028;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9" name="Google Shape;1029;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0" name="Google Shape;1030;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1" name="Google Shape;1031;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2" name="Google Shape;1032;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3" name="Google Shape;1033;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34" name="Google Shape;1034;p20"/>
          <p:cNvGrpSpPr/>
          <p:nvPr/>
        </p:nvGrpSpPr>
        <p:grpSpPr>
          <a:xfrm rot="5400000">
            <a:off x="1482825" y="3350800"/>
            <a:ext cx="292025" cy="292575"/>
            <a:chOff x="7353050" y="316275"/>
            <a:chExt cx="292025" cy="292575"/>
          </a:xfrm>
        </p:grpSpPr>
        <p:sp>
          <p:nvSpPr>
            <p:cNvPr id="1035" name="Google Shape;1035;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6" name="Google Shape;1036;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7" name="Google Shape;1037;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8" name="Google Shape;1038;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39" name="Google Shape;1039;p20"/>
          <p:cNvGrpSpPr/>
          <p:nvPr/>
        </p:nvGrpSpPr>
        <p:grpSpPr>
          <a:xfrm rot="5400000">
            <a:off x="1595125" y="4790325"/>
            <a:ext cx="175000" cy="175000"/>
            <a:chOff x="8792300" y="321275"/>
            <a:chExt cx="175000" cy="175000"/>
          </a:xfrm>
        </p:grpSpPr>
        <p:sp>
          <p:nvSpPr>
            <p:cNvPr id="1040" name="Google Shape;1040;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1" name="Google Shape;1041;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2" name="Google Shape;1042;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3" name="Google Shape;1043;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044" name="Google Shape;1044;p20"/>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5" name="Google Shape;1045;p20"/>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6" name="Google Shape;1046;p20"/>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7" name="Google Shape;1047;p20"/>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8" name="Google Shape;1048;p20"/>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9" name="Google Shape;1049;p20"/>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050" name="Google Shape;1050;p20"/>
          <p:cNvGrpSpPr/>
          <p:nvPr/>
        </p:nvGrpSpPr>
        <p:grpSpPr>
          <a:xfrm rot="5400000">
            <a:off x="1701119" y="1515381"/>
            <a:ext cx="175013" cy="27000"/>
            <a:chOff x="5662375" y="212375"/>
            <a:chExt cx="175013" cy="27000"/>
          </a:xfrm>
        </p:grpSpPr>
        <p:sp>
          <p:nvSpPr>
            <p:cNvPr id="1051" name="Google Shape;105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2" name="Google Shape;105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3" name="Google Shape;105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54" name="Google Shape;1054;p20"/>
          <p:cNvGrpSpPr/>
          <p:nvPr/>
        </p:nvGrpSpPr>
        <p:grpSpPr>
          <a:xfrm rot="5400000">
            <a:off x="1819519" y="4562081"/>
            <a:ext cx="175013" cy="27000"/>
            <a:chOff x="5662375" y="212375"/>
            <a:chExt cx="175013" cy="27000"/>
          </a:xfrm>
        </p:grpSpPr>
        <p:sp>
          <p:nvSpPr>
            <p:cNvPr id="1055" name="Google Shape;1055;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6" name="Google Shape;1056;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7" name="Google Shape;1057;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58" name="Google Shape;1058;p20"/>
          <p:cNvGrpSpPr/>
          <p:nvPr/>
        </p:nvGrpSpPr>
        <p:grpSpPr>
          <a:xfrm rot="5400000">
            <a:off x="408594" y="4140781"/>
            <a:ext cx="175013" cy="27000"/>
            <a:chOff x="5662375" y="212375"/>
            <a:chExt cx="175013" cy="27000"/>
          </a:xfrm>
        </p:grpSpPr>
        <p:sp>
          <p:nvSpPr>
            <p:cNvPr id="1059" name="Google Shape;1059;p2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0" name="Google Shape;1060;p2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1" name="Google Shape;1061;p2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3750" y="526925"/>
            <a:ext cx="7696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9.xml"/><Relationship Id="rId2" Type="http://schemas.openxmlformats.org/officeDocument/2006/relationships/image" Target="../media/image4.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3.xml"/><Relationship Id="rId3" Type="http://schemas.openxmlformats.org/officeDocument/2006/relationships/image" Target="../media/image8.png"/><Relationship Id="rId2" Type="http://schemas.microsoft.com/office/2007/relationships/hdphoto" Target="../media/image7.wdp"/><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8.xml"/><Relationship Id="rId1" Type="http://schemas.openxmlformats.org/officeDocument/2006/relationships/image" Target="../media/image9.GIF"/></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8.xml"/><Relationship Id="rId1" Type="http://schemas.openxmlformats.org/officeDocument/2006/relationships/image" Target="../media/image10.GIF"/></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8.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11.xml"/><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1.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8.xml"/><Relationship Id="rId2" Type="http://schemas.openxmlformats.org/officeDocument/2006/relationships/image" Target="../media/image22.png"/><Relationship Id="rId1"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24.png"/><Relationship Id="rId1"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9"/>
        <p:cNvGrpSpPr/>
        <p:nvPr/>
      </p:nvGrpSpPr>
      <p:grpSpPr>
        <a:xfrm>
          <a:off x="0" y="0"/>
          <a:ext cx="0" cy="0"/>
          <a:chOff x="0" y="0"/>
          <a:chExt cx="0" cy="0"/>
        </a:xfrm>
      </p:grpSpPr>
      <p:sp>
        <p:nvSpPr>
          <p:cNvPr id="1884" name="Google Shape;1884;p35"/>
          <p:cNvSpPr txBox="1">
            <a:spLocks noGrp="1"/>
          </p:cNvSpPr>
          <p:nvPr>
            <p:ph type="ctrTitle"/>
          </p:nvPr>
        </p:nvSpPr>
        <p:spPr>
          <a:xfrm>
            <a:off x="457200" y="1569426"/>
            <a:ext cx="8113627" cy="1792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5000" b="1" i="1" dirty="0" smtClean="0">
                <a:solidFill>
                  <a:srgbClr val="20737E"/>
                </a:solidFill>
                <a:latin typeface="Calibri" panose="020F0502020204030204" pitchFamily="34" charset="0"/>
                <a:cs typeface="Calibri" panose="020F0502020204030204" pitchFamily="34" charset="0"/>
              </a:rPr>
              <a:t>Emotion &amp;</a:t>
            </a:r>
            <a:r>
              <a:rPr lang="en-US" sz="5000" b="1" dirty="0" smtClean="0">
                <a:solidFill>
                  <a:srgbClr val="20737E"/>
                </a:solidFill>
                <a:latin typeface="Calibri" panose="020F0502020204030204" pitchFamily="34" charset="0"/>
                <a:cs typeface="Calibri" panose="020F0502020204030204" pitchFamily="34" charset="0"/>
              </a:rPr>
              <a:t> Gender    Recognition using </a:t>
            </a:r>
            <a:r>
              <a:rPr lang="en-US" sz="5000" b="1" dirty="0" err="1" smtClean="0">
                <a:solidFill>
                  <a:srgbClr val="20737E"/>
                </a:solidFill>
                <a:latin typeface="Calibri" panose="020F0502020204030204" pitchFamily="34" charset="0"/>
                <a:cs typeface="Calibri" panose="020F0502020204030204" pitchFamily="34" charset="0"/>
              </a:rPr>
              <a:t>Tensorflow</a:t>
            </a:r>
            <a:r>
              <a:rPr lang="en-US" sz="5000" b="1" dirty="0" smtClean="0">
                <a:solidFill>
                  <a:srgbClr val="20737E"/>
                </a:solidFill>
                <a:latin typeface="Calibri" panose="020F0502020204030204" pitchFamily="34" charset="0"/>
                <a:cs typeface="Calibri" panose="020F0502020204030204" pitchFamily="34" charset="0"/>
              </a:rPr>
              <a:t> </a:t>
            </a:r>
            <a:endParaRPr sz="5000" b="1" dirty="0">
              <a:solidFill>
                <a:srgbClr val="20737E"/>
              </a:solidFill>
              <a:latin typeface="Calibri" panose="020F0502020204030204" pitchFamily="34" charset="0"/>
              <a:cs typeface="Calibri" panose="020F0502020204030204" pitchFamily="34" charset="0"/>
            </a:endParaRPr>
          </a:p>
        </p:txBody>
      </p:sp>
      <p:sp>
        <p:nvSpPr>
          <p:cNvPr id="1885" name="Google Shape;1885;p35"/>
          <p:cNvSpPr txBox="1">
            <a:spLocks noGrp="1"/>
          </p:cNvSpPr>
          <p:nvPr>
            <p:ph type="subTitle" idx="1"/>
          </p:nvPr>
        </p:nvSpPr>
        <p:spPr>
          <a:xfrm>
            <a:off x="0" y="3504461"/>
            <a:ext cx="3264300" cy="896100"/>
          </a:xfrm>
          <a:prstGeom prst="rect">
            <a:avLst/>
          </a:prstGeom>
        </p:spPr>
        <p:txBody>
          <a:bodyPr spcFirstLastPara="1" wrap="square" lIns="91425" tIns="91425" rIns="91425" bIns="91425" anchor="t" anchorCtr="0">
            <a:noAutofit/>
          </a:bodyPr>
          <a:lstStyle/>
          <a:p>
            <a:pPr marL="0" lvl="0" indent="0" algn="ctr" rtl="0">
              <a:lnSpc>
                <a:spcPct val="150000"/>
              </a:lnSpc>
              <a:spcBef>
                <a:spcPts val="0"/>
              </a:spcBef>
              <a:spcAft>
                <a:spcPts val="0"/>
              </a:spcAft>
              <a:buClr>
                <a:schemeClr val="dk1"/>
              </a:buClr>
              <a:buSzPts val="1100"/>
              <a:buFont typeface="Arial"/>
              <a:buNone/>
            </a:pPr>
            <a:r>
              <a:rPr lang="en-US" sz="1800" dirty="0" smtClean="0">
                <a:solidFill>
                  <a:schemeClr val="accent1">
                    <a:lumMod val="75000"/>
                  </a:schemeClr>
                </a:solidFill>
                <a:latin typeface="Times New Roman" panose="02020603050405020304" pitchFamily="18" charset="0"/>
                <a:ea typeface="Tahoma" panose="020B0604030504040204" pitchFamily="34" charset="0"/>
                <a:cs typeface="Times New Roman" panose="02020603050405020304" pitchFamily="18" charset="0"/>
              </a:rPr>
              <a:t>Supervised by </a:t>
            </a:r>
            <a:endParaRPr lang="en-US" sz="1800" dirty="0" smtClean="0">
              <a:solidFill>
                <a:schemeClr val="accent1">
                  <a:lumMod val="75000"/>
                </a:schemeClr>
              </a:solidFill>
              <a:latin typeface="Times New Roman" panose="02020603050405020304" pitchFamily="18" charset="0"/>
              <a:ea typeface="Tahoma" panose="020B0604030504040204" pitchFamily="34" charset="0"/>
              <a:cs typeface="Times New Roman" panose="02020603050405020304" pitchFamily="18" charset="0"/>
            </a:endParaRPr>
          </a:p>
          <a:p>
            <a:pPr marL="0" lvl="0" indent="0" algn="ctr" rtl="0">
              <a:lnSpc>
                <a:spcPct val="150000"/>
              </a:lnSpc>
              <a:spcBef>
                <a:spcPts val="0"/>
              </a:spcBef>
              <a:spcAft>
                <a:spcPts val="0"/>
              </a:spcAft>
              <a:buClr>
                <a:schemeClr val="dk1"/>
              </a:buClr>
              <a:buSzPts val="1100"/>
              <a:buFont typeface="Arial"/>
              <a:buNone/>
            </a:pPr>
            <a:r>
              <a:rPr lang="en-US" sz="1800" dirty="0" smtClean="0">
                <a:solidFill>
                  <a:schemeClr val="accent1">
                    <a:lumMod val="75000"/>
                  </a:schemeClr>
                </a:solidFill>
                <a:latin typeface="Times New Roman" panose="02020603050405020304" pitchFamily="18" charset="0"/>
                <a:ea typeface="Tahoma" panose="020B0604030504040204" pitchFamily="34" charset="0"/>
                <a:cs typeface="Times New Roman" panose="02020603050405020304" pitchFamily="18" charset="0"/>
              </a:rPr>
              <a:t>Dr.BENKIRANE Said </a:t>
            </a:r>
            <a:endParaRPr sz="1800" dirty="0">
              <a:solidFill>
                <a:schemeClr val="accent1">
                  <a:lumMod val="75000"/>
                </a:schemeClr>
              </a:solidFill>
              <a:latin typeface="Times New Roman" panose="02020603050405020304" pitchFamily="18" charset="0"/>
              <a:ea typeface="Tahoma" panose="020B0604030504040204" pitchFamily="34" charset="0"/>
              <a:cs typeface="Times New Roman" panose="02020603050405020304" pitchFamily="18" charset="0"/>
            </a:endParaRPr>
          </a:p>
          <a:p>
            <a:pPr marL="0" lvl="0" indent="0" algn="ctr" rtl="0">
              <a:lnSpc>
                <a:spcPct val="150000"/>
              </a:lnSpc>
              <a:spcBef>
                <a:spcPts val="0"/>
              </a:spcBef>
              <a:spcAft>
                <a:spcPts val="0"/>
              </a:spcAft>
              <a:buNone/>
            </a:pPr>
            <a:endParaRPr sz="2300" dirty="0">
              <a:solidFill>
                <a:schemeClr val="accent1"/>
              </a:solidFill>
            </a:endParaRPr>
          </a:p>
        </p:txBody>
      </p:sp>
      <p:pic>
        <p:nvPicPr>
          <p:cNvPr id="2"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1564" y="62352"/>
            <a:ext cx="2194560" cy="842662"/>
          </a:xfrm>
          <a:prstGeom prst="rect">
            <a:avLst/>
          </a:prstGeom>
        </p:spPr>
      </p:pic>
      <p:sp>
        <p:nvSpPr>
          <p:cNvPr id="199" name="Google Shape;1885;p35"/>
          <p:cNvSpPr txBox="1"/>
          <p:nvPr/>
        </p:nvSpPr>
        <p:spPr>
          <a:xfrm>
            <a:off x="6181036" y="3504461"/>
            <a:ext cx="3264300" cy="134306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algn="l">
              <a:lnSpc>
                <a:spcPct val="150000"/>
              </a:lnSpc>
              <a:buClr>
                <a:schemeClr val="dk1"/>
              </a:buClr>
              <a:buSzPts val="1100"/>
              <a:buFont typeface="Arial"/>
              <a:buNone/>
            </a:pPr>
            <a:r>
              <a:rPr lang="en-US" sz="1800" dirty="0" smtClean="0">
                <a:solidFill>
                  <a:schemeClr val="accent1">
                    <a:lumMod val="75000"/>
                  </a:schemeClr>
                </a:solidFill>
                <a:latin typeface="Times New Roman" panose="02020603050405020304" pitchFamily="18" charset="0"/>
                <a:ea typeface="Tahoma" panose="020B0604030504040204" pitchFamily="34" charset="0"/>
                <a:cs typeface="Times New Roman" panose="02020603050405020304" pitchFamily="18" charset="0"/>
              </a:rPr>
              <a:t>	Realized by </a:t>
            </a:r>
            <a:endParaRPr lang="en-US" sz="1800" dirty="0" smtClean="0">
              <a:solidFill>
                <a:schemeClr val="accent1">
                  <a:lumMod val="75000"/>
                </a:schemeClr>
              </a:solidFill>
              <a:latin typeface="Times New Roman" panose="02020603050405020304" pitchFamily="18" charset="0"/>
              <a:ea typeface="Tahoma" panose="020B0604030504040204" pitchFamily="34" charset="0"/>
              <a:cs typeface="Times New Roman" panose="02020603050405020304" pitchFamily="18" charset="0"/>
            </a:endParaRPr>
          </a:p>
          <a:p>
            <a:pPr algn="l">
              <a:lnSpc>
                <a:spcPct val="150000"/>
              </a:lnSpc>
              <a:buClr>
                <a:schemeClr val="dk1"/>
              </a:buClr>
              <a:buSzPts val="1100"/>
              <a:buFont typeface="Arial"/>
              <a:buNone/>
            </a:pPr>
            <a:r>
              <a:rPr lang="en-US" sz="1800" dirty="0" smtClean="0">
                <a:solidFill>
                  <a:schemeClr val="accent1">
                    <a:lumMod val="75000"/>
                  </a:schemeClr>
                </a:solidFill>
                <a:latin typeface="Times New Roman" panose="02020603050405020304" pitchFamily="18" charset="0"/>
                <a:ea typeface="Tahoma" panose="020B0604030504040204" pitchFamily="34" charset="0"/>
                <a:cs typeface="Times New Roman" panose="02020603050405020304" pitchFamily="18" charset="0"/>
              </a:rPr>
              <a:t>OUGOUAMMOU Soukaina</a:t>
            </a:r>
            <a:endParaRPr lang="en-US" sz="1800" dirty="0" smtClean="0">
              <a:solidFill>
                <a:schemeClr val="accent1">
                  <a:lumMod val="75000"/>
                </a:schemeClr>
              </a:solidFill>
              <a:latin typeface="Times New Roman" panose="02020603050405020304" pitchFamily="18" charset="0"/>
              <a:ea typeface="Tahoma" panose="020B0604030504040204" pitchFamily="34" charset="0"/>
              <a:cs typeface="Times New Roman" panose="02020603050405020304" pitchFamily="18" charset="0"/>
            </a:endParaRPr>
          </a:p>
          <a:p>
            <a:pPr algn="l">
              <a:lnSpc>
                <a:spcPct val="150000"/>
              </a:lnSpc>
              <a:buClr>
                <a:schemeClr val="dk1"/>
              </a:buClr>
              <a:buSzPts val="1100"/>
              <a:buFont typeface="Arial"/>
              <a:buNone/>
            </a:pPr>
            <a:r>
              <a:rPr lang="en-US" sz="1800" dirty="0" smtClean="0">
                <a:solidFill>
                  <a:schemeClr val="accent1">
                    <a:lumMod val="75000"/>
                  </a:schemeClr>
                </a:solidFill>
                <a:latin typeface="Times New Roman" panose="02020603050405020304" pitchFamily="18" charset="0"/>
                <a:ea typeface="Tahoma" panose="020B0604030504040204" pitchFamily="34" charset="0"/>
                <a:cs typeface="Times New Roman" panose="02020603050405020304" pitchFamily="18" charset="0"/>
              </a:rPr>
              <a:t>BAMOULA Abdelghafour  </a:t>
            </a:r>
            <a:endParaRPr lang="en-US" sz="1800" dirty="0" smtClean="0">
              <a:solidFill>
                <a:schemeClr val="accent1">
                  <a:lumMod val="75000"/>
                </a:schemeClr>
              </a:solidFill>
              <a:latin typeface="Times New Roman" panose="02020603050405020304" pitchFamily="18" charset="0"/>
              <a:ea typeface="Tahoma" panose="020B0604030504040204" pitchFamily="34" charset="0"/>
              <a:cs typeface="Times New Roman" panose="02020603050405020304" pitchFamily="18" charset="0"/>
            </a:endParaRPr>
          </a:p>
          <a:p>
            <a:pPr algn="l">
              <a:lnSpc>
                <a:spcPct val="150000"/>
              </a:lnSpc>
            </a:pPr>
            <a:endParaRPr lang="en-US" sz="2300" dirty="0"/>
          </a:p>
        </p:txBody>
      </p:sp>
      <p:sp>
        <p:nvSpPr>
          <p:cNvPr id="3" name="TextBox 2"/>
          <p:cNvSpPr txBox="1"/>
          <p:nvPr/>
        </p:nvSpPr>
        <p:spPr>
          <a:xfrm>
            <a:off x="2721581" y="975742"/>
            <a:ext cx="3584864" cy="738664"/>
          </a:xfrm>
          <a:prstGeom prst="rect">
            <a:avLst/>
          </a:prstGeom>
          <a:noFill/>
        </p:spPr>
        <p:txBody>
          <a:bodyPr wrap="square" rtlCol="0">
            <a:spAutoFit/>
          </a:bodyPr>
          <a:lstStyle/>
          <a:p>
            <a:pPr algn="ctr">
              <a:lnSpc>
                <a:spcPct val="150000"/>
              </a:lnSpc>
            </a:pPr>
            <a:r>
              <a:rPr lang="en-US" dirty="0" smtClean="0">
                <a:solidFill>
                  <a:schemeClr val="bg1">
                    <a:lumMod val="50000"/>
                  </a:schemeClr>
                </a:solidFill>
              </a:rPr>
              <a:t>END-Of-Studies Project</a:t>
            </a:r>
            <a:endParaRPr lang="en-US" dirty="0" smtClean="0">
              <a:solidFill>
                <a:schemeClr val="bg1">
                  <a:lumMod val="50000"/>
                </a:schemeClr>
              </a:solidFill>
            </a:endParaRPr>
          </a:p>
          <a:p>
            <a:pPr algn="ctr">
              <a:lnSpc>
                <a:spcPct val="150000"/>
              </a:lnSpc>
            </a:pPr>
            <a:r>
              <a:rPr lang="en-US" dirty="0" smtClean="0">
                <a:solidFill>
                  <a:schemeClr val="bg1">
                    <a:lumMod val="50000"/>
                  </a:schemeClr>
                </a:solidFill>
              </a:rPr>
              <a:t>Business Intelligence &amp; Data Science </a:t>
            </a:r>
            <a:endParaRPr lang="en-US" dirty="0">
              <a:solidFill>
                <a:schemeClr val="bg1">
                  <a:lumMod val="50000"/>
                </a:schemeClr>
              </a:solidFill>
            </a:endParaRPr>
          </a:p>
        </p:txBody>
      </p:sp>
      <p:sp>
        <p:nvSpPr>
          <p:cNvPr id="7" name="Google Shape;1885;p35"/>
          <p:cNvSpPr txBox="1"/>
          <p:nvPr/>
        </p:nvSpPr>
        <p:spPr>
          <a:xfrm>
            <a:off x="2646573" y="4727865"/>
            <a:ext cx="3264300" cy="41786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algn="ctr">
              <a:buClr>
                <a:schemeClr val="dk1"/>
              </a:buClr>
              <a:buSzPts val="1100"/>
              <a:buFont typeface="Arial"/>
              <a:buNone/>
            </a:pPr>
            <a:r>
              <a:rPr lang="en-US" sz="1600" i="1" dirty="0" smtClean="0">
                <a:solidFill>
                  <a:schemeClr val="tx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a:t>University year 2021 / 2022</a:t>
            </a:r>
            <a:endParaRPr lang="en-US" sz="1800" i="1" dirty="0">
              <a:solidFill>
                <a:schemeClr val="tx1">
                  <a:lumMod val="60000"/>
                  <a:lumOff val="40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95"/>
        <p:cNvGrpSpPr/>
        <p:nvPr/>
      </p:nvGrpSpPr>
      <p:grpSpPr>
        <a:xfrm>
          <a:off x="0" y="0"/>
          <a:ext cx="0" cy="0"/>
          <a:chOff x="0" y="0"/>
          <a:chExt cx="0" cy="0"/>
        </a:xfrm>
      </p:grpSpPr>
      <p:sp>
        <p:nvSpPr>
          <p:cNvPr id="3" name="Block Arc 2"/>
          <p:cNvSpPr/>
          <p:nvPr/>
        </p:nvSpPr>
        <p:spPr>
          <a:xfrm rot="5400000">
            <a:off x="-2528188" y="687095"/>
            <a:ext cx="5663047" cy="3852442"/>
          </a:xfrm>
          <a:prstGeom prst="blockArc">
            <a:avLst>
              <a:gd name="adj1" fmla="val 10689419"/>
              <a:gd name="adj2" fmla="val 279161"/>
              <a:gd name="adj3" fmla="val 266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106" name="Google Shape;2106;p37"/>
          <p:cNvGrpSpPr/>
          <p:nvPr/>
        </p:nvGrpSpPr>
        <p:grpSpPr>
          <a:xfrm>
            <a:off x="1227127" y="290880"/>
            <a:ext cx="635100" cy="734640"/>
            <a:chOff x="731647" y="573573"/>
            <a:chExt cx="635100" cy="734640"/>
          </a:xfrm>
        </p:grpSpPr>
        <p:grpSp>
          <p:nvGrpSpPr>
            <p:cNvPr id="2107" name="Google Shape;2107;p37"/>
            <p:cNvGrpSpPr/>
            <p:nvPr/>
          </p:nvGrpSpPr>
          <p:grpSpPr>
            <a:xfrm>
              <a:off x="731647" y="573573"/>
              <a:ext cx="635100" cy="635100"/>
              <a:chOff x="917231" y="750460"/>
              <a:chExt cx="635100" cy="635100"/>
            </a:xfrm>
          </p:grpSpPr>
          <p:sp>
            <p:nvSpPr>
              <p:cNvPr id="2108" name="Google Shape;2108;p37"/>
              <p:cNvSpPr/>
              <p:nvPr/>
            </p:nvSpPr>
            <p:spPr>
              <a:xfrm>
                <a:off x="917231" y="750460"/>
                <a:ext cx="635100" cy="6351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09" name="Google Shape;2109;p37"/>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110" name="Google Shape;2110;p37"/>
            <p:cNvGrpSpPr/>
            <p:nvPr/>
          </p:nvGrpSpPr>
          <p:grpSpPr>
            <a:xfrm>
              <a:off x="961679" y="1281213"/>
              <a:ext cx="175013" cy="27000"/>
              <a:chOff x="5662375" y="212375"/>
              <a:chExt cx="175013" cy="27000"/>
            </a:xfrm>
          </p:grpSpPr>
          <p:sp>
            <p:nvSpPr>
              <p:cNvPr id="2111" name="Google Shape;2111;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2" name="Google Shape;2112;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3" name="Google Shape;2113;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14" name="Google Shape;2114;p37"/>
          <p:cNvGrpSpPr/>
          <p:nvPr/>
        </p:nvGrpSpPr>
        <p:grpSpPr>
          <a:xfrm>
            <a:off x="1735503" y="1260489"/>
            <a:ext cx="635100" cy="733491"/>
            <a:chOff x="731647" y="1650460"/>
            <a:chExt cx="635100" cy="733491"/>
          </a:xfrm>
        </p:grpSpPr>
        <p:grpSp>
          <p:nvGrpSpPr>
            <p:cNvPr id="2115" name="Google Shape;2115;p37"/>
            <p:cNvGrpSpPr/>
            <p:nvPr/>
          </p:nvGrpSpPr>
          <p:grpSpPr>
            <a:xfrm>
              <a:off x="731647" y="1650460"/>
              <a:ext cx="635100" cy="635100"/>
              <a:chOff x="917231" y="1827973"/>
              <a:chExt cx="635100" cy="635100"/>
            </a:xfrm>
          </p:grpSpPr>
          <p:sp>
            <p:nvSpPr>
              <p:cNvPr id="2116" name="Google Shape;2116;p37"/>
              <p:cNvSpPr/>
              <p:nvPr/>
            </p:nvSpPr>
            <p:spPr>
              <a:xfrm>
                <a:off x="917231" y="1827973"/>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17" name="Google Shape;2117;p37"/>
              <p:cNvSpPr/>
              <p:nvPr/>
            </p:nvSpPr>
            <p:spPr>
              <a:xfrm>
                <a:off x="1001931" y="1912710"/>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118" name="Google Shape;2118;p37"/>
            <p:cNvGrpSpPr/>
            <p:nvPr/>
          </p:nvGrpSpPr>
          <p:grpSpPr>
            <a:xfrm>
              <a:off x="961679" y="2356951"/>
              <a:ext cx="175013" cy="27000"/>
              <a:chOff x="5662375" y="212375"/>
              <a:chExt cx="175013" cy="27000"/>
            </a:xfrm>
          </p:grpSpPr>
          <p:sp>
            <p:nvSpPr>
              <p:cNvPr id="2119" name="Google Shape;2119;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0" name="Google Shape;2120;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1" name="Google Shape;2121;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22" name="Google Shape;2122;p37"/>
          <p:cNvGrpSpPr/>
          <p:nvPr/>
        </p:nvGrpSpPr>
        <p:grpSpPr>
          <a:xfrm>
            <a:off x="1889762" y="2361585"/>
            <a:ext cx="635100" cy="734984"/>
            <a:chOff x="731647" y="2728277"/>
            <a:chExt cx="635100" cy="734984"/>
          </a:xfrm>
        </p:grpSpPr>
        <p:grpSp>
          <p:nvGrpSpPr>
            <p:cNvPr id="2123" name="Google Shape;2123;p37"/>
            <p:cNvGrpSpPr/>
            <p:nvPr/>
          </p:nvGrpSpPr>
          <p:grpSpPr>
            <a:xfrm>
              <a:off x="731647" y="2728277"/>
              <a:ext cx="635100" cy="635100"/>
              <a:chOff x="917231" y="2905502"/>
              <a:chExt cx="635100" cy="635100"/>
            </a:xfrm>
          </p:grpSpPr>
          <p:sp>
            <p:nvSpPr>
              <p:cNvPr id="2124" name="Google Shape;2124;p37"/>
              <p:cNvSpPr/>
              <p:nvPr/>
            </p:nvSpPr>
            <p:spPr>
              <a:xfrm>
                <a:off x="917231" y="2905502"/>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25" name="Google Shape;2125;p37"/>
              <p:cNvSpPr/>
              <p:nvPr/>
            </p:nvSpPr>
            <p:spPr>
              <a:xfrm>
                <a:off x="1001931" y="2990252"/>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126" name="Google Shape;2126;p37"/>
            <p:cNvGrpSpPr/>
            <p:nvPr/>
          </p:nvGrpSpPr>
          <p:grpSpPr>
            <a:xfrm>
              <a:off x="961679" y="3436260"/>
              <a:ext cx="175013" cy="27000"/>
              <a:chOff x="5662375" y="212375"/>
              <a:chExt cx="175013" cy="27000"/>
            </a:xfrm>
          </p:grpSpPr>
          <p:sp>
            <p:nvSpPr>
              <p:cNvPr id="2127" name="Google Shape;2127;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8" name="Google Shape;2128;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9" name="Google Shape;2129;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30" name="Google Shape;2130;p37"/>
          <p:cNvGrpSpPr/>
          <p:nvPr/>
        </p:nvGrpSpPr>
        <p:grpSpPr>
          <a:xfrm>
            <a:off x="1726443" y="3479236"/>
            <a:ext cx="635100" cy="734704"/>
            <a:chOff x="731647" y="3806675"/>
            <a:chExt cx="635100" cy="734704"/>
          </a:xfrm>
        </p:grpSpPr>
        <p:grpSp>
          <p:nvGrpSpPr>
            <p:cNvPr id="2131" name="Google Shape;2131;p37"/>
            <p:cNvGrpSpPr/>
            <p:nvPr/>
          </p:nvGrpSpPr>
          <p:grpSpPr>
            <a:xfrm>
              <a:off x="731647" y="3806675"/>
              <a:ext cx="635100" cy="635100"/>
              <a:chOff x="917231" y="3983097"/>
              <a:chExt cx="635100" cy="635100"/>
            </a:xfrm>
          </p:grpSpPr>
          <p:sp>
            <p:nvSpPr>
              <p:cNvPr id="2132" name="Google Shape;2132;p37"/>
              <p:cNvSpPr/>
              <p:nvPr/>
            </p:nvSpPr>
            <p:spPr>
              <a:xfrm>
                <a:off x="917231" y="3983097"/>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33" name="Google Shape;2133;p37"/>
              <p:cNvSpPr/>
              <p:nvPr/>
            </p:nvSpPr>
            <p:spPr>
              <a:xfrm>
                <a:off x="1001931" y="4067797"/>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134" name="Google Shape;2134;p37"/>
            <p:cNvGrpSpPr/>
            <p:nvPr/>
          </p:nvGrpSpPr>
          <p:grpSpPr>
            <a:xfrm>
              <a:off x="961679" y="4514379"/>
              <a:ext cx="175013" cy="27000"/>
              <a:chOff x="5662375" y="212375"/>
              <a:chExt cx="175013" cy="27000"/>
            </a:xfrm>
          </p:grpSpPr>
          <p:sp>
            <p:nvSpPr>
              <p:cNvPr id="2135" name="Google Shape;2135;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6" name="Google Shape;2136;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7" name="Google Shape;2137;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138" name="Google Shape;2138;p37"/>
          <p:cNvSpPr txBox="1">
            <a:spLocks noGrp="1"/>
          </p:cNvSpPr>
          <p:nvPr>
            <p:ph type="title"/>
          </p:nvPr>
        </p:nvSpPr>
        <p:spPr>
          <a:xfrm rot="16200000">
            <a:off x="-617142" y="2272203"/>
            <a:ext cx="2615100" cy="59909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dirty="0">
                <a:solidFill>
                  <a:schemeClr val="accent6">
                    <a:lumMod val="50000"/>
                  </a:schemeClr>
                </a:solidFill>
              </a:rPr>
              <a:t>Table of Contents</a:t>
            </a:r>
            <a:endParaRPr dirty="0">
              <a:solidFill>
                <a:schemeClr val="accent6">
                  <a:lumMod val="50000"/>
                </a:schemeClr>
              </a:solidFill>
            </a:endParaRPr>
          </a:p>
        </p:txBody>
      </p:sp>
      <p:sp>
        <p:nvSpPr>
          <p:cNvPr id="2140" name="Google Shape;2140;p37"/>
          <p:cNvSpPr txBox="1">
            <a:spLocks noGrp="1"/>
          </p:cNvSpPr>
          <p:nvPr>
            <p:ph type="subTitle" idx="1"/>
          </p:nvPr>
        </p:nvSpPr>
        <p:spPr>
          <a:xfrm>
            <a:off x="1922573" y="341056"/>
            <a:ext cx="4217711" cy="548728"/>
          </a:xfrm>
          <a:prstGeom prst="rect">
            <a:avLst/>
          </a:prstGeom>
        </p:spPr>
        <p:txBody>
          <a:bodyPr spcFirstLastPara="1" wrap="square" lIns="91425" tIns="91425" rIns="91425" bIns="91425" anchor="t" anchorCtr="0">
            <a:noAutofit/>
          </a:bodyPr>
          <a:lstStyle/>
          <a:p>
            <a:pPr>
              <a:lnSpc>
                <a:spcPct val="115000"/>
              </a:lnSpc>
            </a:pPr>
            <a:r>
              <a:rPr lang="en-US" sz="2800" b="1" dirty="0" smtClean="0">
                <a:solidFill>
                  <a:schemeClr val="accent1">
                    <a:lumMod val="75000"/>
                  </a:schemeClr>
                </a:solidFill>
                <a:latin typeface="Tw Cen MT" panose="020B0602020104020603" pitchFamily="34" charset="0"/>
                <a:ea typeface="Tahoma" panose="020B0604030504040204" pitchFamily="34" charset="0"/>
                <a:cs typeface="Times New Roman" panose="02020603050405020304" pitchFamily="18" charset="0"/>
              </a:rPr>
              <a:t>Problem definition </a:t>
            </a:r>
            <a:endParaRPr lang="en-US" sz="2800" b="1" dirty="0">
              <a:solidFill>
                <a:schemeClr val="accent1">
                  <a:lumMod val="75000"/>
                </a:schemeClr>
              </a:solidFill>
              <a:latin typeface="Tw Cen MT" panose="020B0602020104020603" pitchFamily="34" charset="0"/>
              <a:ea typeface="Tahoma" panose="020B0604030504040204" pitchFamily="34" charset="0"/>
              <a:cs typeface="Times New Roman" panose="02020603050405020304" pitchFamily="18" charset="0"/>
            </a:endParaRPr>
          </a:p>
        </p:txBody>
      </p:sp>
      <p:sp>
        <p:nvSpPr>
          <p:cNvPr id="2141" name="Google Shape;2141;p37"/>
          <p:cNvSpPr txBox="1">
            <a:spLocks noGrp="1"/>
          </p:cNvSpPr>
          <p:nvPr>
            <p:ph type="subTitle" idx="3"/>
          </p:nvPr>
        </p:nvSpPr>
        <p:spPr>
          <a:xfrm>
            <a:off x="2403250" y="1322510"/>
            <a:ext cx="3933022" cy="548728"/>
          </a:xfrm>
          <a:prstGeom prst="rect">
            <a:avLst/>
          </a:prstGeom>
        </p:spPr>
        <p:txBody>
          <a:bodyPr spcFirstLastPara="1" wrap="square" lIns="91425" tIns="91425" rIns="91425" bIns="91425" anchor="t" anchorCtr="0">
            <a:noAutofit/>
          </a:bodyPr>
          <a:lstStyle/>
          <a:p>
            <a:pPr lvl="0" algn="ctr"/>
            <a:r>
              <a:rPr lang="en-US" sz="2800" b="1" dirty="0">
                <a:solidFill>
                  <a:schemeClr val="accent1">
                    <a:lumMod val="75000"/>
                  </a:schemeClr>
                </a:solidFill>
                <a:latin typeface="Tw Cen MT" panose="020B0602020104020603" pitchFamily="34" charset="0"/>
                <a:cs typeface="Times New Roman" panose="02020603050405020304" pitchFamily="18" charset="0"/>
              </a:rPr>
              <a:t>D</a:t>
            </a:r>
            <a:r>
              <a:rPr lang="en-US" sz="2800" b="1" dirty="0" smtClean="0">
                <a:solidFill>
                  <a:schemeClr val="accent1">
                    <a:lumMod val="75000"/>
                  </a:schemeClr>
                </a:solidFill>
                <a:latin typeface="Tw Cen MT" panose="020B0602020104020603" pitchFamily="34" charset="0"/>
                <a:cs typeface="Times New Roman" panose="02020603050405020304" pitchFamily="18" charset="0"/>
              </a:rPr>
              <a:t>ataset &amp;Algorithm </a:t>
            </a:r>
            <a:r>
              <a:rPr lang="en-US" sz="2800" b="1" dirty="0">
                <a:solidFill>
                  <a:schemeClr val="accent1">
                    <a:lumMod val="75000"/>
                  </a:schemeClr>
                </a:solidFill>
                <a:latin typeface="Tw Cen MT" panose="020B0602020104020603" pitchFamily="34" charset="0"/>
                <a:cs typeface="Times New Roman" panose="02020603050405020304" pitchFamily="18" charset="0"/>
              </a:rPr>
              <a:t>used</a:t>
            </a:r>
            <a:endParaRPr lang="en-US" sz="2800" b="1" dirty="0">
              <a:solidFill>
                <a:schemeClr val="accent1">
                  <a:lumMod val="75000"/>
                </a:schemeClr>
              </a:solidFill>
              <a:latin typeface="Tw Cen MT" panose="020B0602020104020603" pitchFamily="34" charset="0"/>
              <a:cs typeface="Times New Roman" panose="02020603050405020304" pitchFamily="18" charset="0"/>
            </a:endParaRPr>
          </a:p>
        </p:txBody>
      </p:sp>
      <p:sp>
        <p:nvSpPr>
          <p:cNvPr id="2143" name="Google Shape;2143;p37"/>
          <p:cNvSpPr txBox="1">
            <a:spLocks noGrp="1"/>
          </p:cNvSpPr>
          <p:nvPr>
            <p:ph type="subTitle" idx="5"/>
          </p:nvPr>
        </p:nvSpPr>
        <p:spPr>
          <a:xfrm>
            <a:off x="2609562" y="2404771"/>
            <a:ext cx="4217711" cy="548728"/>
          </a:xfrm>
          <a:prstGeom prst="rect">
            <a:avLst/>
          </a:prstGeom>
        </p:spPr>
        <p:txBody>
          <a:bodyPr spcFirstLastPara="1" wrap="square" lIns="91425" tIns="91425" rIns="91425" bIns="91425" anchor="t" anchorCtr="0">
            <a:noAutofit/>
          </a:bodyPr>
          <a:lstStyle/>
          <a:p>
            <a:pPr>
              <a:lnSpc>
                <a:spcPct val="115000"/>
              </a:lnSpc>
            </a:pPr>
            <a:r>
              <a:rPr lang="en-US" sz="2400" b="1" dirty="0">
                <a:solidFill>
                  <a:schemeClr val="accent1">
                    <a:lumMod val="75000"/>
                  </a:schemeClr>
                </a:solidFill>
                <a:latin typeface="Tw Cen MT" panose="020B0602020104020603" pitchFamily="34" charset="0"/>
                <a:cs typeface="Times New Roman" panose="02020603050405020304" pitchFamily="18" charset="0"/>
              </a:rPr>
              <a:t>Tools </a:t>
            </a:r>
            <a:endParaRPr lang="en-US" sz="2400" b="1" dirty="0">
              <a:solidFill>
                <a:schemeClr val="accent1">
                  <a:lumMod val="75000"/>
                </a:schemeClr>
              </a:solidFill>
              <a:latin typeface="Tw Cen MT" panose="020B0602020104020603" pitchFamily="34" charset="0"/>
              <a:cs typeface="Times New Roman" panose="02020603050405020304" pitchFamily="18" charset="0"/>
            </a:endParaRPr>
          </a:p>
          <a:p>
            <a:pPr marL="0" lvl="0" indent="0" algn="l" rtl="0">
              <a:lnSpc>
                <a:spcPct val="115000"/>
              </a:lnSpc>
              <a:spcBef>
                <a:spcPts val="0"/>
              </a:spcBef>
              <a:spcAft>
                <a:spcPts val="0"/>
              </a:spcAft>
              <a:buNone/>
            </a:pPr>
            <a:endParaRPr sz="2400" b="1" dirty="0"/>
          </a:p>
        </p:txBody>
      </p:sp>
      <p:sp>
        <p:nvSpPr>
          <p:cNvPr id="2145" name="Google Shape;2145;p37"/>
          <p:cNvSpPr txBox="1">
            <a:spLocks noGrp="1"/>
          </p:cNvSpPr>
          <p:nvPr>
            <p:ph type="subTitle" idx="7"/>
          </p:nvPr>
        </p:nvSpPr>
        <p:spPr>
          <a:xfrm>
            <a:off x="2446243" y="3502859"/>
            <a:ext cx="4217711" cy="548728"/>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2400" b="1" dirty="0" smtClean="0">
                <a:solidFill>
                  <a:schemeClr val="accent1">
                    <a:lumMod val="75000"/>
                  </a:schemeClr>
                </a:solidFill>
                <a:latin typeface="Tw Cen MT" panose="020B0602020104020603" pitchFamily="34" charset="0"/>
                <a:cs typeface="Times New Roman" panose="02020603050405020304" pitchFamily="18" charset="0"/>
              </a:rPr>
              <a:t>Implimentation </a:t>
            </a:r>
            <a:endParaRPr sz="2400" b="1" dirty="0">
              <a:solidFill>
                <a:schemeClr val="accent1">
                  <a:lumMod val="75000"/>
                </a:schemeClr>
              </a:solidFill>
              <a:latin typeface="Tw Cen MT" panose="020B0602020104020603" pitchFamily="34" charset="0"/>
              <a:cs typeface="Times New Roman" panose="02020603050405020304" pitchFamily="18" charset="0"/>
            </a:endParaRPr>
          </a:p>
        </p:txBody>
      </p:sp>
      <p:sp>
        <p:nvSpPr>
          <p:cNvPr id="2147" name="Google Shape;2147;p37"/>
          <p:cNvSpPr txBox="1">
            <a:spLocks noGrp="1"/>
          </p:cNvSpPr>
          <p:nvPr>
            <p:ph type="title" idx="9"/>
          </p:nvPr>
        </p:nvSpPr>
        <p:spPr>
          <a:xfrm>
            <a:off x="1320239" y="441110"/>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dirty="0"/>
              <a:t>01</a:t>
            </a:r>
            <a:endParaRPr dirty="0"/>
          </a:p>
        </p:txBody>
      </p:sp>
      <p:sp>
        <p:nvSpPr>
          <p:cNvPr id="2148" name="Google Shape;2148;p37"/>
          <p:cNvSpPr txBox="1">
            <a:spLocks noGrp="1"/>
          </p:cNvSpPr>
          <p:nvPr>
            <p:ph type="title" idx="13"/>
          </p:nvPr>
        </p:nvSpPr>
        <p:spPr>
          <a:xfrm>
            <a:off x="1820203" y="1440798"/>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dirty="0"/>
              <a:t>02</a:t>
            </a:r>
            <a:endParaRPr dirty="0"/>
          </a:p>
        </p:txBody>
      </p:sp>
      <p:sp>
        <p:nvSpPr>
          <p:cNvPr id="2149" name="Google Shape;2149;p37"/>
          <p:cNvSpPr txBox="1">
            <a:spLocks noGrp="1"/>
          </p:cNvSpPr>
          <p:nvPr>
            <p:ph type="title" idx="14"/>
          </p:nvPr>
        </p:nvSpPr>
        <p:spPr>
          <a:xfrm>
            <a:off x="1978662" y="2527950"/>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dirty="0"/>
              <a:t>03</a:t>
            </a:r>
            <a:endParaRPr dirty="0"/>
          </a:p>
        </p:txBody>
      </p:sp>
      <p:sp>
        <p:nvSpPr>
          <p:cNvPr id="2150" name="Google Shape;2150;p37"/>
          <p:cNvSpPr txBox="1">
            <a:spLocks noGrp="1"/>
          </p:cNvSpPr>
          <p:nvPr>
            <p:ph type="title" idx="15"/>
          </p:nvPr>
        </p:nvSpPr>
        <p:spPr>
          <a:xfrm>
            <a:off x="1824453" y="3635636"/>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dirty="0"/>
              <a:t>04</a:t>
            </a:r>
            <a:endParaRPr dirty="0"/>
          </a:p>
        </p:txBody>
      </p:sp>
      <p:grpSp>
        <p:nvGrpSpPr>
          <p:cNvPr id="261" name="Google Shape;2130;p37"/>
          <p:cNvGrpSpPr/>
          <p:nvPr/>
        </p:nvGrpSpPr>
        <p:grpSpPr>
          <a:xfrm>
            <a:off x="1312748" y="4320212"/>
            <a:ext cx="635100" cy="734704"/>
            <a:chOff x="731647" y="3806675"/>
            <a:chExt cx="635100" cy="734704"/>
          </a:xfrm>
        </p:grpSpPr>
        <p:grpSp>
          <p:nvGrpSpPr>
            <p:cNvPr id="262" name="Google Shape;2131;p37"/>
            <p:cNvGrpSpPr/>
            <p:nvPr/>
          </p:nvGrpSpPr>
          <p:grpSpPr>
            <a:xfrm>
              <a:off x="731647" y="3806675"/>
              <a:ext cx="635100" cy="635100"/>
              <a:chOff x="917231" y="3983097"/>
              <a:chExt cx="635100" cy="635100"/>
            </a:xfrm>
          </p:grpSpPr>
          <p:sp>
            <p:nvSpPr>
              <p:cNvPr id="267" name="Google Shape;2132;p37"/>
              <p:cNvSpPr/>
              <p:nvPr/>
            </p:nvSpPr>
            <p:spPr>
              <a:xfrm>
                <a:off x="917231" y="3983097"/>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8" name="Google Shape;2133;p37"/>
              <p:cNvSpPr/>
              <p:nvPr/>
            </p:nvSpPr>
            <p:spPr>
              <a:xfrm>
                <a:off x="1001931" y="4067797"/>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63" name="Google Shape;2134;p37"/>
            <p:cNvGrpSpPr/>
            <p:nvPr/>
          </p:nvGrpSpPr>
          <p:grpSpPr>
            <a:xfrm>
              <a:off x="961679" y="4514379"/>
              <a:ext cx="175013" cy="27000"/>
              <a:chOff x="5662375" y="212375"/>
              <a:chExt cx="175013" cy="27000"/>
            </a:xfrm>
          </p:grpSpPr>
          <p:sp>
            <p:nvSpPr>
              <p:cNvPr id="264" name="Google Shape;2135;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5" name="Google Shape;2136;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6" name="Google Shape;2137;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69" name="Google Shape;2150;p37"/>
          <p:cNvSpPr txBox="1"/>
          <p:nvPr/>
        </p:nvSpPr>
        <p:spPr>
          <a:xfrm>
            <a:off x="1405848" y="4462900"/>
            <a:ext cx="457200" cy="3474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1pPr>
            <a:lvl2pPr marR="0" lvl="1"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2pPr>
            <a:lvl3pPr marR="0" lvl="2"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3pPr>
            <a:lvl4pPr marR="0" lvl="3"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4pPr>
            <a:lvl5pPr marR="0" lvl="4"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5pPr>
            <a:lvl6pPr marR="0" lvl="5"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6pPr>
            <a:lvl7pPr marR="0" lvl="6"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7pPr>
            <a:lvl8pPr marR="0" lvl="7"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8pPr>
            <a:lvl9pPr marR="0" lvl="8"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9pPr>
          </a:lstStyle>
          <a:p>
            <a:r>
              <a:rPr lang="en-GB" dirty="0" smtClean="0"/>
              <a:t>05</a:t>
            </a:r>
            <a:endParaRPr lang="en-GB" dirty="0"/>
          </a:p>
        </p:txBody>
      </p:sp>
      <p:sp>
        <p:nvSpPr>
          <p:cNvPr id="271" name="Google Shape;2145;p37"/>
          <p:cNvSpPr txBox="1">
            <a:spLocks noGrp="1"/>
          </p:cNvSpPr>
          <p:nvPr>
            <p:ph type="subTitle" idx="7"/>
          </p:nvPr>
        </p:nvSpPr>
        <p:spPr>
          <a:xfrm>
            <a:off x="2057481" y="4406584"/>
            <a:ext cx="4217711" cy="548728"/>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400" b="1" dirty="0" smtClean="0">
                <a:solidFill>
                  <a:schemeClr val="accent1">
                    <a:lumMod val="75000"/>
                  </a:schemeClr>
                </a:solidFill>
                <a:latin typeface="Tw Cen MT" panose="020B0602020104020603" pitchFamily="34" charset="0"/>
                <a:cs typeface="Times New Roman" panose="02020603050405020304" pitchFamily="18" charset="0"/>
              </a:rPr>
              <a:t>C</a:t>
            </a:r>
            <a:r>
              <a:rPr lang="en-GB" sz="2400" b="1" dirty="0" smtClean="0">
                <a:solidFill>
                  <a:schemeClr val="accent1">
                    <a:lumMod val="75000"/>
                  </a:schemeClr>
                </a:solidFill>
                <a:latin typeface="Tw Cen MT" panose="020B0602020104020603" pitchFamily="34" charset="0"/>
                <a:cs typeface="Times New Roman" panose="02020603050405020304" pitchFamily="18" charset="0"/>
              </a:rPr>
              <a:t>onclusion  </a:t>
            </a:r>
            <a:endParaRPr sz="2400" b="1" dirty="0">
              <a:solidFill>
                <a:schemeClr val="accent1">
                  <a:lumMod val="75000"/>
                </a:schemeClr>
              </a:solidFill>
              <a:latin typeface="Tw Cen MT" panose="020B0602020104020603" pitchFamily="34" charset="0"/>
              <a:cs typeface="Times New Roman" panose="02020603050405020304" pitchFamily="18" charset="0"/>
            </a:endParaRPr>
          </a:p>
        </p:txBody>
      </p:sp>
      <p:pic>
        <p:nvPicPr>
          <p:cNvPr id="2"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224984" y="1592412"/>
            <a:ext cx="2636673" cy="2636673"/>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47"/>
                                        </p:tgtEl>
                                        <p:attrNameLst>
                                          <p:attrName>style.visibility</p:attrName>
                                        </p:attrNameLst>
                                      </p:cBhvr>
                                      <p:to>
                                        <p:strVal val="visible"/>
                                      </p:to>
                                    </p:set>
                                    <p:animEffect transition="in" filter="fade">
                                      <p:cBhvr>
                                        <p:cTn id="7" dur="500"/>
                                        <p:tgtEl>
                                          <p:spTgt spid="2147"/>
                                        </p:tgtEl>
                                      </p:cBhvr>
                                    </p:animEffect>
                                  </p:childTnLst>
                                </p:cTn>
                              </p:par>
                              <p:par>
                                <p:cTn id="8" presetID="10" presetClass="entr" presetSubtype="0" fill="hold" nodeType="withEffect">
                                  <p:stCondLst>
                                    <p:cond delay="0"/>
                                  </p:stCondLst>
                                  <p:childTnLst>
                                    <p:set>
                                      <p:cBhvr>
                                        <p:cTn id="9" dur="1" fill="hold">
                                          <p:stCondLst>
                                            <p:cond delay="0"/>
                                          </p:stCondLst>
                                        </p:cTn>
                                        <p:tgtEl>
                                          <p:spTgt spid="2106"/>
                                        </p:tgtEl>
                                        <p:attrNameLst>
                                          <p:attrName>style.visibility</p:attrName>
                                        </p:attrNameLst>
                                      </p:cBhvr>
                                      <p:to>
                                        <p:strVal val="visible"/>
                                      </p:to>
                                    </p:set>
                                    <p:animEffect transition="in" filter="fade">
                                      <p:cBhvr>
                                        <p:cTn id="10" dur="500"/>
                                        <p:tgtEl>
                                          <p:spTgt spid="2106"/>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2140">
                                            <p:txEl>
                                              <p:pRg st="0" end="0"/>
                                            </p:txEl>
                                          </p:spTgt>
                                        </p:tgtEl>
                                        <p:attrNameLst>
                                          <p:attrName>style.visibility</p:attrName>
                                        </p:attrNameLst>
                                      </p:cBhvr>
                                      <p:to>
                                        <p:strVal val="visible"/>
                                      </p:to>
                                    </p:set>
                                    <p:animEffect transition="in" filter="fade">
                                      <p:cBhvr>
                                        <p:cTn id="14" dur="500"/>
                                        <p:tgtEl>
                                          <p:spTgt spid="2140">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114"/>
                                        </p:tgtEl>
                                        <p:attrNameLst>
                                          <p:attrName>style.visibility</p:attrName>
                                        </p:attrNameLst>
                                      </p:cBhvr>
                                      <p:to>
                                        <p:strVal val="visible"/>
                                      </p:to>
                                    </p:set>
                                    <p:animEffect transition="in" filter="fade">
                                      <p:cBhvr>
                                        <p:cTn id="19" dur="500"/>
                                        <p:tgtEl>
                                          <p:spTgt spid="21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48"/>
                                        </p:tgtEl>
                                        <p:attrNameLst>
                                          <p:attrName>style.visibility</p:attrName>
                                        </p:attrNameLst>
                                      </p:cBhvr>
                                      <p:to>
                                        <p:strVal val="visible"/>
                                      </p:to>
                                    </p:set>
                                    <p:animEffect transition="in" filter="fade">
                                      <p:cBhvr>
                                        <p:cTn id="22" dur="500"/>
                                        <p:tgtEl>
                                          <p:spTgt spid="2148"/>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2141">
                                            <p:txEl>
                                              <p:pRg st="0" end="0"/>
                                            </p:txEl>
                                          </p:spTgt>
                                        </p:tgtEl>
                                        <p:attrNameLst>
                                          <p:attrName>style.visibility</p:attrName>
                                        </p:attrNameLst>
                                      </p:cBhvr>
                                      <p:to>
                                        <p:strVal val="visible"/>
                                      </p:to>
                                    </p:set>
                                    <p:animEffect transition="in" filter="fade">
                                      <p:cBhvr>
                                        <p:cTn id="26" dur="500"/>
                                        <p:tgtEl>
                                          <p:spTgt spid="2141">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149"/>
                                        </p:tgtEl>
                                        <p:attrNameLst>
                                          <p:attrName>style.visibility</p:attrName>
                                        </p:attrNameLst>
                                      </p:cBhvr>
                                      <p:to>
                                        <p:strVal val="visible"/>
                                      </p:to>
                                    </p:set>
                                    <p:animEffect transition="in" filter="fade">
                                      <p:cBhvr>
                                        <p:cTn id="31" dur="500"/>
                                        <p:tgtEl>
                                          <p:spTgt spid="2149"/>
                                        </p:tgtEl>
                                      </p:cBhvr>
                                    </p:animEffect>
                                  </p:childTnLst>
                                </p:cTn>
                              </p:par>
                              <p:par>
                                <p:cTn id="32" presetID="10" presetClass="entr" presetSubtype="0" fill="hold" nodeType="withEffect">
                                  <p:stCondLst>
                                    <p:cond delay="0"/>
                                  </p:stCondLst>
                                  <p:childTnLst>
                                    <p:set>
                                      <p:cBhvr>
                                        <p:cTn id="33" dur="1" fill="hold">
                                          <p:stCondLst>
                                            <p:cond delay="0"/>
                                          </p:stCondLst>
                                        </p:cTn>
                                        <p:tgtEl>
                                          <p:spTgt spid="2122"/>
                                        </p:tgtEl>
                                        <p:attrNameLst>
                                          <p:attrName>style.visibility</p:attrName>
                                        </p:attrNameLst>
                                      </p:cBhvr>
                                      <p:to>
                                        <p:strVal val="visible"/>
                                      </p:to>
                                    </p:set>
                                    <p:animEffect transition="in" filter="fade">
                                      <p:cBhvr>
                                        <p:cTn id="34" dur="500"/>
                                        <p:tgtEl>
                                          <p:spTgt spid="2122"/>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2143">
                                            <p:txEl>
                                              <p:pRg st="0" end="0"/>
                                            </p:txEl>
                                          </p:spTgt>
                                        </p:tgtEl>
                                        <p:attrNameLst>
                                          <p:attrName>style.visibility</p:attrName>
                                        </p:attrNameLst>
                                      </p:cBhvr>
                                      <p:to>
                                        <p:strVal val="visible"/>
                                      </p:to>
                                    </p:set>
                                    <p:animEffect transition="in" filter="fade">
                                      <p:cBhvr>
                                        <p:cTn id="38" dur="500"/>
                                        <p:tgtEl>
                                          <p:spTgt spid="2143">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150"/>
                                        </p:tgtEl>
                                        <p:attrNameLst>
                                          <p:attrName>style.visibility</p:attrName>
                                        </p:attrNameLst>
                                      </p:cBhvr>
                                      <p:to>
                                        <p:strVal val="visible"/>
                                      </p:to>
                                    </p:set>
                                    <p:animEffect transition="in" filter="fade">
                                      <p:cBhvr>
                                        <p:cTn id="43" dur="500"/>
                                        <p:tgtEl>
                                          <p:spTgt spid="2150"/>
                                        </p:tgtEl>
                                      </p:cBhvr>
                                    </p:animEffect>
                                  </p:childTnLst>
                                </p:cTn>
                              </p:par>
                            </p:childTnLst>
                          </p:cTn>
                        </p:par>
                        <p:par>
                          <p:cTn id="44" fill="hold">
                            <p:stCondLst>
                              <p:cond delay="500"/>
                            </p:stCondLst>
                            <p:childTnLst>
                              <p:par>
                                <p:cTn id="45" presetID="10" presetClass="entr" presetSubtype="0" fill="hold" nodeType="afterEffect">
                                  <p:stCondLst>
                                    <p:cond delay="0"/>
                                  </p:stCondLst>
                                  <p:childTnLst>
                                    <p:set>
                                      <p:cBhvr>
                                        <p:cTn id="46" dur="1" fill="hold">
                                          <p:stCondLst>
                                            <p:cond delay="0"/>
                                          </p:stCondLst>
                                        </p:cTn>
                                        <p:tgtEl>
                                          <p:spTgt spid="2130"/>
                                        </p:tgtEl>
                                        <p:attrNameLst>
                                          <p:attrName>style.visibility</p:attrName>
                                        </p:attrNameLst>
                                      </p:cBhvr>
                                      <p:to>
                                        <p:strVal val="visible"/>
                                      </p:to>
                                    </p:set>
                                    <p:animEffect transition="in" filter="fade">
                                      <p:cBhvr>
                                        <p:cTn id="47" dur="500"/>
                                        <p:tgtEl>
                                          <p:spTgt spid="2130"/>
                                        </p:tgtEl>
                                      </p:cBhvr>
                                    </p:animEffect>
                                  </p:childTnLst>
                                </p:cTn>
                              </p:par>
                            </p:childTnLst>
                          </p:cTn>
                        </p:par>
                        <p:par>
                          <p:cTn id="48" fill="hold">
                            <p:stCondLst>
                              <p:cond delay="1000"/>
                            </p:stCondLst>
                            <p:childTnLst>
                              <p:par>
                                <p:cTn id="49" presetID="10" presetClass="entr" presetSubtype="0" fill="hold" grpId="0" nodeType="afterEffect">
                                  <p:stCondLst>
                                    <p:cond delay="0"/>
                                  </p:stCondLst>
                                  <p:childTnLst>
                                    <p:set>
                                      <p:cBhvr>
                                        <p:cTn id="50" dur="1" fill="hold">
                                          <p:stCondLst>
                                            <p:cond delay="0"/>
                                          </p:stCondLst>
                                        </p:cTn>
                                        <p:tgtEl>
                                          <p:spTgt spid="2145">
                                            <p:txEl>
                                              <p:pRg st="0" end="0"/>
                                            </p:txEl>
                                          </p:spTgt>
                                        </p:tgtEl>
                                        <p:attrNameLst>
                                          <p:attrName>style.visibility</p:attrName>
                                        </p:attrNameLst>
                                      </p:cBhvr>
                                      <p:to>
                                        <p:strVal val="visible"/>
                                      </p:to>
                                    </p:set>
                                    <p:animEffect transition="in" filter="fade">
                                      <p:cBhvr>
                                        <p:cTn id="51" dur="500"/>
                                        <p:tgtEl>
                                          <p:spTgt spid="2145">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69"/>
                                        </p:tgtEl>
                                        <p:attrNameLst>
                                          <p:attrName>style.visibility</p:attrName>
                                        </p:attrNameLst>
                                      </p:cBhvr>
                                      <p:to>
                                        <p:strVal val="visible"/>
                                      </p:to>
                                    </p:set>
                                    <p:animEffect transition="in" filter="fade">
                                      <p:cBhvr>
                                        <p:cTn id="56" dur="500"/>
                                        <p:tgtEl>
                                          <p:spTgt spid="269"/>
                                        </p:tgtEl>
                                      </p:cBhvr>
                                    </p:animEffect>
                                  </p:childTnLst>
                                </p:cTn>
                              </p:par>
                              <p:par>
                                <p:cTn id="57" presetID="10" presetClass="entr" presetSubtype="0" fill="hold" nodeType="withEffect">
                                  <p:stCondLst>
                                    <p:cond delay="0"/>
                                  </p:stCondLst>
                                  <p:childTnLst>
                                    <p:set>
                                      <p:cBhvr>
                                        <p:cTn id="58" dur="1" fill="hold">
                                          <p:stCondLst>
                                            <p:cond delay="0"/>
                                          </p:stCondLst>
                                        </p:cTn>
                                        <p:tgtEl>
                                          <p:spTgt spid="261"/>
                                        </p:tgtEl>
                                        <p:attrNameLst>
                                          <p:attrName>style.visibility</p:attrName>
                                        </p:attrNameLst>
                                      </p:cBhvr>
                                      <p:to>
                                        <p:strVal val="visible"/>
                                      </p:to>
                                    </p:set>
                                    <p:animEffect transition="in" filter="fade">
                                      <p:cBhvr>
                                        <p:cTn id="59" dur="500"/>
                                        <p:tgtEl>
                                          <p:spTgt spid="261"/>
                                        </p:tgtEl>
                                      </p:cBhvr>
                                    </p:animEffect>
                                  </p:childTnLst>
                                </p:cTn>
                              </p:par>
                            </p:childTnLst>
                          </p:cTn>
                        </p:par>
                        <p:par>
                          <p:cTn id="60" fill="hold">
                            <p:stCondLst>
                              <p:cond delay="500"/>
                            </p:stCondLst>
                            <p:childTnLst>
                              <p:par>
                                <p:cTn id="61" presetID="10" presetClass="entr" presetSubtype="0" fill="hold" grpId="0" nodeType="afterEffect">
                                  <p:stCondLst>
                                    <p:cond delay="0"/>
                                  </p:stCondLst>
                                  <p:childTnLst>
                                    <p:set>
                                      <p:cBhvr>
                                        <p:cTn id="62" dur="1" fill="hold">
                                          <p:stCondLst>
                                            <p:cond delay="0"/>
                                          </p:stCondLst>
                                        </p:cTn>
                                        <p:tgtEl>
                                          <p:spTgt spid="271">
                                            <p:txEl>
                                              <p:pRg st="0" end="0"/>
                                            </p:txEl>
                                          </p:spTgt>
                                        </p:tgtEl>
                                        <p:attrNameLst>
                                          <p:attrName>style.visibility</p:attrName>
                                        </p:attrNameLst>
                                      </p:cBhvr>
                                      <p:to>
                                        <p:strVal val="visible"/>
                                      </p:to>
                                    </p:set>
                                    <p:animEffect transition="in" filter="fade">
                                      <p:cBhvr>
                                        <p:cTn id="63" dur="500"/>
                                        <p:tgtEl>
                                          <p:spTgt spid="27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 grpId="0" build="p"/>
      <p:bldP spid="2141" grpId="0" build="p"/>
      <p:bldP spid="2143" grpId="0" build="p"/>
      <p:bldP spid="2145" grpId="0" build="p"/>
      <p:bldP spid="2147" grpId="0"/>
      <p:bldP spid="2148" grpId="0"/>
      <p:bldP spid="2149" grpId="0"/>
      <p:bldP spid="2150" grpId="0"/>
      <p:bldP spid="269" grpId="0"/>
      <p:bldP spid="271"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940627" y="1389467"/>
            <a:ext cx="3200400" cy="187327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4700" dirty="0" smtClean="0">
                <a:solidFill>
                  <a:schemeClr val="accent2">
                    <a:lumMod val="25000"/>
                  </a:schemeClr>
                </a:solidFill>
              </a:rPr>
              <a:t>S</a:t>
            </a:r>
            <a:r>
              <a:rPr lang="en-GB" sz="4700" dirty="0" smtClean="0">
                <a:solidFill>
                  <a:schemeClr val="accent2">
                    <a:lumMod val="25000"/>
                  </a:schemeClr>
                </a:solidFill>
              </a:rPr>
              <a:t>ubject Introduction </a:t>
            </a:r>
            <a:endParaRPr sz="4700" dirty="0">
              <a:solidFill>
                <a:schemeClr val="accent2">
                  <a:lumMod val="25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155"/>
                                        </p:tgtEl>
                                        <p:attrNameLst>
                                          <p:attrName>style.visibility</p:attrName>
                                        </p:attrNameLst>
                                      </p:cBhvr>
                                      <p:to>
                                        <p:strVal val="visible"/>
                                      </p:to>
                                    </p:set>
                                    <p:animEffect transition="in" filter="fade">
                                      <p:cBhvr>
                                        <p:cTn id="7" dur="1000"/>
                                        <p:tgtEl>
                                          <p:spTgt spid="2155"/>
                                        </p:tgtEl>
                                      </p:cBhvr>
                                    </p:animEffect>
                                    <p:anim calcmode="lin" valueType="num">
                                      <p:cBhvr>
                                        <p:cTn id="8" dur="1000" fill="hold"/>
                                        <p:tgtEl>
                                          <p:spTgt spid="2155"/>
                                        </p:tgtEl>
                                        <p:attrNameLst>
                                          <p:attrName>ppt_x</p:attrName>
                                        </p:attrNameLst>
                                      </p:cBhvr>
                                      <p:tavLst>
                                        <p:tav tm="0">
                                          <p:val>
                                            <p:strVal val="#ppt_x"/>
                                          </p:val>
                                        </p:tav>
                                        <p:tav tm="100000">
                                          <p:val>
                                            <p:strVal val="#ppt_x"/>
                                          </p:val>
                                        </p:tav>
                                      </p:tavLst>
                                    </p:anim>
                                    <p:anim calcmode="lin" valueType="num">
                                      <p:cBhvr>
                                        <p:cTn id="9" dur="1000" fill="hold"/>
                                        <p:tgtEl>
                                          <p:spTgt spid="215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93"/>
        <p:cNvGrpSpPr/>
        <p:nvPr/>
      </p:nvGrpSpPr>
      <p:grpSpPr>
        <a:xfrm>
          <a:off x="0" y="0"/>
          <a:ext cx="0" cy="0"/>
          <a:chOff x="0" y="0"/>
          <a:chExt cx="0" cy="0"/>
        </a:xfrm>
      </p:grpSpPr>
      <p:sp>
        <p:nvSpPr>
          <p:cNvPr id="2694" name="Google Shape;2694;p49"/>
          <p:cNvSpPr txBox="1">
            <a:spLocks noGrp="1"/>
          </p:cNvSpPr>
          <p:nvPr>
            <p:ph type="title"/>
          </p:nvPr>
        </p:nvSpPr>
        <p:spPr>
          <a:xfrm>
            <a:off x="1823475" y="338328"/>
            <a:ext cx="5496900" cy="5727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dirty="0" smtClean="0"/>
              <a:t>W</a:t>
            </a:r>
            <a:r>
              <a:rPr lang="en-GB" dirty="0" smtClean="0"/>
              <a:t>ork Process</a:t>
            </a:r>
            <a:endParaRPr dirty="0"/>
          </a:p>
        </p:txBody>
      </p:sp>
      <p:sp>
        <p:nvSpPr>
          <p:cNvPr id="2695" name="Google Shape;2695;p49"/>
          <p:cNvSpPr txBox="1"/>
          <p:nvPr/>
        </p:nvSpPr>
        <p:spPr>
          <a:xfrm>
            <a:off x="1041700" y="1578702"/>
            <a:ext cx="2219400" cy="495871"/>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1600" dirty="0" smtClean="0">
                <a:solidFill>
                  <a:schemeClr val="dk2"/>
                </a:solidFill>
                <a:latin typeface="Barlow Semi Condensed"/>
                <a:ea typeface="Barlow Semi Condensed"/>
                <a:cs typeface="Barlow Semi Condensed"/>
                <a:sym typeface="Barlow Semi Condensed"/>
              </a:rPr>
              <a:t>E</a:t>
            </a:r>
            <a:r>
              <a:rPr lang="en-GB" sz="1600" dirty="0" smtClean="0">
                <a:solidFill>
                  <a:schemeClr val="dk2"/>
                </a:solidFill>
                <a:latin typeface="Barlow Semi Condensed"/>
                <a:ea typeface="Barlow Semi Condensed"/>
                <a:cs typeface="Barlow Semi Condensed"/>
                <a:sym typeface="Barlow Semi Condensed"/>
              </a:rPr>
              <a:t>nviroment descovery </a:t>
            </a:r>
            <a:endParaRPr sz="1600" dirty="0">
              <a:solidFill>
                <a:schemeClr val="dk2"/>
              </a:solidFill>
              <a:latin typeface="Barlow Semi Condensed"/>
              <a:ea typeface="Barlow Semi Condensed"/>
              <a:cs typeface="Barlow Semi Condensed"/>
              <a:sym typeface="Barlow Semi Condensed"/>
            </a:endParaRPr>
          </a:p>
        </p:txBody>
      </p:sp>
      <p:sp>
        <p:nvSpPr>
          <p:cNvPr id="2696" name="Google Shape;2696;p49"/>
          <p:cNvSpPr txBox="1"/>
          <p:nvPr/>
        </p:nvSpPr>
        <p:spPr>
          <a:xfrm>
            <a:off x="4405611" y="1456369"/>
            <a:ext cx="2219400" cy="635700"/>
          </a:xfrm>
          <a:prstGeom prst="rect">
            <a:avLst/>
          </a:prstGeom>
          <a:noFill/>
          <a:ln>
            <a:noFill/>
          </a:ln>
        </p:spPr>
        <p:txBody>
          <a:bodyPr spcFirstLastPara="1" wrap="square" lIns="91425" tIns="91425" rIns="91425" bIns="91425" anchor="t" anchorCtr="0">
            <a:noAutofit/>
          </a:bodyPr>
          <a:lstStyle/>
          <a:p>
            <a:pPr lvl="0" algn="ctr"/>
            <a:r>
              <a:rPr lang="en-US" sz="1600" dirty="0">
                <a:solidFill>
                  <a:schemeClr val="dk2"/>
                </a:solidFill>
                <a:latin typeface="Barlow Semi Condensed"/>
                <a:ea typeface="Barlow Semi Condensed"/>
                <a:cs typeface="Barlow Semi Condensed"/>
                <a:sym typeface="Barlow Semi Condensed"/>
              </a:rPr>
              <a:t>Implementation of the CNN algorithm  </a:t>
            </a:r>
            <a:endParaRPr lang="en-US" sz="1600" dirty="0">
              <a:solidFill>
                <a:schemeClr val="dk2"/>
              </a:solidFill>
              <a:latin typeface="Barlow Semi Condensed"/>
              <a:ea typeface="Barlow Semi Condensed"/>
              <a:cs typeface="Barlow Semi Condensed"/>
              <a:sym typeface="Barlow Semi Condensed"/>
            </a:endParaRPr>
          </a:p>
        </p:txBody>
      </p:sp>
      <p:sp>
        <p:nvSpPr>
          <p:cNvPr id="2697" name="Google Shape;2697;p49"/>
          <p:cNvSpPr txBox="1"/>
          <p:nvPr/>
        </p:nvSpPr>
        <p:spPr>
          <a:xfrm>
            <a:off x="2643350" y="3609329"/>
            <a:ext cx="2219400" cy="635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1600" dirty="0" smtClean="0">
                <a:solidFill>
                  <a:schemeClr val="dk2"/>
                </a:solidFill>
                <a:latin typeface="Barlow Semi Condensed"/>
                <a:ea typeface="Barlow Semi Condensed"/>
                <a:cs typeface="Barlow Semi Condensed"/>
                <a:sym typeface="Barlow Semi Condensed"/>
              </a:rPr>
              <a:t>Data collection</a:t>
            </a:r>
            <a:endParaRPr lang="en-US" sz="1600" dirty="0" smtClean="0">
              <a:solidFill>
                <a:schemeClr val="dk2"/>
              </a:solidFill>
              <a:latin typeface="Barlow Semi Condensed"/>
              <a:ea typeface="Barlow Semi Condensed"/>
              <a:cs typeface="Barlow Semi Condensed"/>
              <a:sym typeface="Barlow Semi Condensed"/>
            </a:endParaRPr>
          </a:p>
          <a:p>
            <a:pPr marL="0" lvl="0" indent="0" algn="ctr" rtl="0">
              <a:lnSpc>
                <a:spcPct val="100000"/>
              </a:lnSpc>
              <a:spcBef>
                <a:spcPts val="0"/>
              </a:spcBef>
              <a:spcAft>
                <a:spcPts val="0"/>
              </a:spcAft>
              <a:buNone/>
            </a:pPr>
            <a:r>
              <a:rPr lang="en-US" sz="1600" dirty="0" smtClean="0">
                <a:solidFill>
                  <a:schemeClr val="dk2"/>
                </a:solidFill>
                <a:latin typeface="Barlow Semi Condensed"/>
                <a:ea typeface="Barlow Semi Condensed"/>
                <a:cs typeface="Barlow Semi Condensed"/>
                <a:sym typeface="Barlow Semi Condensed"/>
              </a:rPr>
              <a:t> &amp;</a:t>
            </a:r>
            <a:endParaRPr lang="en-US" sz="1600" dirty="0" smtClean="0">
              <a:solidFill>
                <a:schemeClr val="dk2"/>
              </a:solidFill>
              <a:latin typeface="Barlow Semi Condensed"/>
              <a:ea typeface="Barlow Semi Condensed"/>
              <a:cs typeface="Barlow Semi Condensed"/>
              <a:sym typeface="Barlow Semi Condensed"/>
            </a:endParaRPr>
          </a:p>
          <a:p>
            <a:pPr marL="0" lvl="0" indent="0" algn="ctr" rtl="0">
              <a:lnSpc>
                <a:spcPct val="100000"/>
              </a:lnSpc>
              <a:spcBef>
                <a:spcPts val="0"/>
              </a:spcBef>
              <a:spcAft>
                <a:spcPts val="0"/>
              </a:spcAft>
              <a:buNone/>
            </a:pPr>
            <a:r>
              <a:rPr lang="en-US" sz="1600" dirty="0" smtClean="0">
                <a:solidFill>
                  <a:schemeClr val="dk2"/>
                </a:solidFill>
                <a:latin typeface="Barlow Semi Condensed"/>
                <a:ea typeface="Barlow Semi Condensed"/>
                <a:cs typeface="Barlow Semi Condensed"/>
                <a:sym typeface="Barlow Semi Condensed"/>
              </a:rPr>
              <a:t> </a:t>
            </a:r>
            <a:r>
              <a:rPr lang="en-US" sz="1600" dirty="0" smtClean="0">
                <a:solidFill>
                  <a:schemeClr val="dk2"/>
                </a:solidFill>
                <a:latin typeface="Barlow Semi Condensed"/>
                <a:ea typeface="Barlow Semi Condensed"/>
                <a:cs typeface="Barlow Semi Condensed"/>
                <a:sym typeface="Barlow Semi Condensed"/>
              </a:rPr>
              <a:t>preprocessing </a:t>
            </a:r>
            <a:endParaRPr sz="1600" dirty="0">
              <a:solidFill>
                <a:schemeClr val="dk2"/>
              </a:solidFill>
              <a:latin typeface="Barlow Semi Condensed"/>
              <a:ea typeface="Barlow Semi Condensed"/>
              <a:cs typeface="Barlow Semi Condensed"/>
              <a:sym typeface="Barlow Semi Condensed"/>
            </a:endParaRPr>
          </a:p>
        </p:txBody>
      </p:sp>
      <p:sp>
        <p:nvSpPr>
          <p:cNvPr id="2698" name="Google Shape;2698;p49"/>
          <p:cNvSpPr txBox="1"/>
          <p:nvPr/>
        </p:nvSpPr>
        <p:spPr>
          <a:xfrm>
            <a:off x="5919150" y="3609329"/>
            <a:ext cx="2219400" cy="635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1600" dirty="0" smtClean="0">
                <a:solidFill>
                  <a:schemeClr val="dk2"/>
                </a:solidFill>
                <a:latin typeface="Barlow Semi Condensed"/>
                <a:ea typeface="Barlow Semi Condensed"/>
                <a:cs typeface="Barlow Semi Condensed"/>
                <a:sym typeface="Barlow Semi Condensed"/>
              </a:rPr>
              <a:t>Build the application interfaces </a:t>
            </a:r>
            <a:endParaRPr sz="1600" dirty="0">
              <a:solidFill>
                <a:schemeClr val="dk2"/>
              </a:solidFill>
              <a:latin typeface="Barlow Semi Condensed"/>
              <a:ea typeface="Barlow Semi Condensed"/>
              <a:cs typeface="Barlow Semi Condensed"/>
              <a:sym typeface="Barlow Semi Condensed"/>
            </a:endParaRPr>
          </a:p>
        </p:txBody>
      </p:sp>
      <p:grpSp>
        <p:nvGrpSpPr>
          <p:cNvPr id="2" name="Group 1"/>
          <p:cNvGrpSpPr/>
          <p:nvPr/>
        </p:nvGrpSpPr>
        <p:grpSpPr>
          <a:xfrm>
            <a:off x="1620199" y="2106974"/>
            <a:ext cx="5900364" cy="1517351"/>
            <a:chOff x="1620199" y="2106974"/>
            <a:chExt cx="5900364" cy="1517351"/>
          </a:xfrm>
        </p:grpSpPr>
        <p:grpSp>
          <p:nvGrpSpPr>
            <p:cNvPr id="2699" name="Google Shape;2699;p49"/>
            <p:cNvGrpSpPr/>
            <p:nvPr/>
          </p:nvGrpSpPr>
          <p:grpSpPr>
            <a:xfrm>
              <a:off x="1620199" y="2106974"/>
              <a:ext cx="5900364" cy="1517351"/>
              <a:chOff x="1621724" y="2106974"/>
              <a:chExt cx="5900364" cy="1517351"/>
            </a:xfrm>
          </p:grpSpPr>
          <p:grpSp>
            <p:nvGrpSpPr>
              <p:cNvPr id="2700" name="Google Shape;2700;p49"/>
              <p:cNvGrpSpPr/>
              <p:nvPr/>
            </p:nvGrpSpPr>
            <p:grpSpPr>
              <a:xfrm>
                <a:off x="2604811" y="2884996"/>
                <a:ext cx="4021725" cy="538"/>
                <a:chOff x="3762462" y="2553002"/>
                <a:chExt cx="1121570" cy="150"/>
              </a:xfrm>
            </p:grpSpPr>
            <p:cxnSp>
              <p:nvCxnSpPr>
                <p:cNvPr id="2701" name="Google Shape;2701;p49"/>
                <p:cNvCxnSpPr/>
                <p:nvPr/>
              </p:nvCxnSpPr>
              <p:spPr>
                <a:xfrm>
                  <a:off x="4195395" y="2553002"/>
                  <a:ext cx="231600" cy="0"/>
                </a:xfrm>
                <a:prstGeom prst="straightConnector1">
                  <a:avLst/>
                </a:prstGeom>
                <a:noFill/>
                <a:ln w="9525" cap="flat" cmpd="sng">
                  <a:solidFill>
                    <a:srgbClr val="595959"/>
                  </a:solidFill>
                  <a:prstDash val="solid"/>
                  <a:round/>
                  <a:headEnd type="none" w="med" len="med"/>
                  <a:tailEnd type="none" w="med" len="med"/>
                </a:ln>
              </p:spPr>
            </p:cxnSp>
            <p:cxnSp>
              <p:nvCxnSpPr>
                <p:cNvPr id="2702" name="Google Shape;2702;p49"/>
                <p:cNvCxnSpPr/>
                <p:nvPr/>
              </p:nvCxnSpPr>
              <p:spPr>
                <a:xfrm>
                  <a:off x="4652432" y="2553002"/>
                  <a:ext cx="231600" cy="0"/>
                </a:xfrm>
                <a:prstGeom prst="straightConnector1">
                  <a:avLst/>
                </a:prstGeom>
                <a:noFill/>
                <a:ln w="9525" cap="flat" cmpd="sng">
                  <a:solidFill>
                    <a:srgbClr val="595959"/>
                  </a:solidFill>
                  <a:prstDash val="solid"/>
                  <a:round/>
                  <a:headEnd type="none" w="med" len="med"/>
                  <a:tailEnd type="none" w="med" len="med"/>
                </a:ln>
              </p:spPr>
            </p:cxnSp>
            <p:cxnSp>
              <p:nvCxnSpPr>
                <p:cNvPr id="2703" name="Google Shape;2703;p49"/>
                <p:cNvCxnSpPr>
                  <a:stCxn id="2704" idx="6"/>
                  <a:endCxn id="2705" idx="2"/>
                </p:cNvCxnSpPr>
                <p:nvPr/>
              </p:nvCxnSpPr>
              <p:spPr>
                <a:xfrm>
                  <a:off x="3762462" y="2553152"/>
                  <a:ext cx="183000" cy="0"/>
                </a:xfrm>
                <a:prstGeom prst="straightConnector1">
                  <a:avLst/>
                </a:prstGeom>
                <a:noFill/>
                <a:ln w="9525" cap="flat" cmpd="sng">
                  <a:solidFill>
                    <a:srgbClr val="595959"/>
                  </a:solidFill>
                  <a:prstDash val="solid"/>
                  <a:round/>
                  <a:headEnd type="none" w="med" len="med"/>
                  <a:tailEnd type="none" w="med" len="med"/>
                </a:ln>
              </p:spPr>
            </p:cxnSp>
          </p:grpSp>
          <p:cxnSp>
            <p:nvCxnSpPr>
              <p:cNvPr id="2706" name="Google Shape;2706;p49"/>
              <p:cNvCxnSpPr/>
              <p:nvPr/>
            </p:nvCxnSpPr>
            <p:spPr>
              <a:xfrm>
                <a:off x="3752008" y="3186309"/>
                <a:ext cx="0" cy="358221"/>
              </a:xfrm>
              <a:prstGeom prst="straightConnector1">
                <a:avLst/>
              </a:prstGeom>
              <a:noFill/>
              <a:ln w="9525" cap="flat" cmpd="sng">
                <a:solidFill>
                  <a:schemeClr val="dk2"/>
                </a:solidFill>
                <a:prstDash val="solid"/>
                <a:round/>
                <a:headEnd type="none" w="med" len="med"/>
                <a:tailEnd type="none" w="med" len="med"/>
              </a:ln>
            </p:spPr>
          </p:cxnSp>
          <p:grpSp>
            <p:nvGrpSpPr>
              <p:cNvPr id="2707" name="Google Shape;2707;p49"/>
              <p:cNvGrpSpPr/>
              <p:nvPr/>
            </p:nvGrpSpPr>
            <p:grpSpPr>
              <a:xfrm>
                <a:off x="3261117" y="2393765"/>
                <a:ext cx="983055" cy="983055"/>
                <a:chOff x="3347725" y="2480342"/>
                <a:chExt cx="810032" cy="810032"/>
              </a:xfrm>
            </p:grpSpPr>
            <p:sp>
              <p:nvSpPr>
                <p:cNvPr id="2705" name="Google Shape;2705;p49"/>
                <p:cNvSpPr/>
                <p:nvPr/>
              </p:nvSpPr>
              <p:spPr>
                <a:xfrm>
                  <a:off x="3347725" y="2480342"/>
                  <a:ext cx="810032" cy="810032"/>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08" name="Google Shape;2708;p49"/>
                <p:cNvSpPr/>
                <p:nvPr/>
              </p:nvSpPr>
              <p:spPr>
                <a:xfrm>
                  <a:off x="3451091" y="2583719"/>
                  <a:ext cx="603490" cy="60349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2709" name="Google Shape;2709;p49"/>
              <p:cNvCxnSpPr>
                <a:stCxn id="2710" idx="0"/>
              </p:cNvCxnSpPr>
              <p:nvPr/>
            </p:nvCxnSpPr>
            <p:spPr>
              <a:xfrm rot="10800000">
                <a:off x="5391613" y="2122099"/>
                <a:ext cx="0" cy="396900"/>
              </a:xfrm>
              <a:prstGeom prst="straightConnector1">
                <a:avLst/>
              </a:prstGeom>
              <a:noFill/>
              <a:ln w="9525" cap="flat" cmpd="sng">
                <a:solidFill>
                  <a:schemeClr val="dk2"/>
                </a:solidFill>
                <a:prstDash val="solid"/>
                <a:round/>
                <a:headEnd type="none" w="med" len="med"/>
                <a:tailEnd type="none" w="med" len="med"/>
              </a:ln>
            </p:spPr>
          </p:cxnSp>
          <p:grpSp>
            <p:nvGrpSpPr>
              <p:cNvPr id="2711" name="Google Shape;2711;p49"/>
              <p:cNvGrpSpPr/>
              <p:nvPr/>
            </p:nvGrpSpPr>
            <p:grpSpPr>
              <a:xfrm>
                <a:off x="4899976" y="2393376"/>
                <a:ext cx="983044" cy="983044"/>
                <a:chOff x="4987056" y="2480342"/>
                <a:chExt cx="808956" cy="808956"/>
              </a:xfrm>
            </p:grpSpPr>
            <p:sp>
              <p:nvSpPr>
                <p:cNvPr id="2712" name="Google Shape;2712;p49"/>
                <p:cNvSpPr/>
                <p:nvPr/>
              </p:nvSpPr>
              <p:spPr>
                <a:xfrm>
                  <a:off x="4987056" y="2480342"/>
                  <a:ext cx="808956" cy="808956"/>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0" name="Google Shape;2710;p49"/>
                <p:cNvSpPr/>
                <p:nvPr/>
              </p:nvSpPr>
              <p:spPr>
                <a:xfrm>
                  <a:off x="5090423" y="2583719"/>
                  <a:ext cx="602414" cy="602414"/>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2713" name="Google Shape;2713;p49"/>
              <p:cNvCxnSpPr/>
              <p:nvPr/>
            </p:nvCxnSpPr>
            <p:spPr>
              <a:xfrm>
                <a:off x="7031106" y="3186309"/>
                <a:ext cx="0" cy="357146"/>
              </a:xfrm>
              <a:prstGeom prst="straightConnector1">
                <a:avLst/>
              </a:prstGeom>
              <a:noFill/>
              <a:ln w="9525" cap="flat" cmpd="sng">
                <a:solidFill>
                  <a:schemeClr val="dk2"/>
                </a:solidFill>
                <a:prstDash val="solid"/>
                <a:round/>
                <a:headEnd type="none" w="med" len="med"/>
                <a:tailEnd type="none" w="med" len="med"/>
              </a:ln>
            </p:spPr>
          </p:cxnSp>
          <p:grpSp>
            <p:nvGrpSpPr>
              <p:cNvPr id="2714" name="Google Shape;2714;p49"/>
              <p:cNvGrpSpPr/>
              <p:nvPr/>
            </p:nvGrpSpPr>
            <p:grpSpPr>
              <a:xfrm>
                <a:off x="6539045" y="2393178"/>
                <a:ext cx="983044" cy="983044"/>
                <a:chOff x="6626363" y="2480342"/>
                <a:chExt cx="808956" cy="808956"/>
              </a:xfrm>
            </p:grpSpPr>
            <p:sp>
              <p:nvSpPr>
                <p:cNvPr id="2715" name="Google Shape;2715;p49"/>
                <p:cNvSpPr/>
                <p:nvPr/>
              </p:nvSpPr>
              <p:spPr>
                <a:xfrm>
                  <a:off x="6626363" y="2480342"/>
                  <a:ext cx="808956" cy="808956"/>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6" name="Google Shape;2716;p49"/>
                <p:cNvSpPr/>
                <p:nvPr/>
              </p:nvSpPr>
              <p:spPr>
                <a:xfrm>
                  <a:off x="6729729" y="2583719"/>
                  <a:ext cx="602414" cy="602414"/>
                </a:xfrm>
                <a:prstGeom prst="ellipse">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2717" name="Google Shape;2717;p49"/>
              <p:cNvCxnSpPr>
                <a:stCxn id="2718" idx="0"/>
              </p:cNvCxnSpPr>
              <p:nvPr/>
            </p:nvCxnSpPr>
            <p:spPr>
              <a:xfrm rot="10800000">
                <a:off x="2113432" y="2122227"/>
                <a:ext cx="0" cy="397200"/>
              </a:xfrm>
              <a:prstGeom prst="straightConnector1">
                <a:avLst/>
              </a:prstGeom>
              <a:noFill/>
              <a:ln w="9525" cap="flat" cmpd="sng">
                <a:solidFill>
                  <a:schemeClr val="dk2"/>
                </a:solidFill>
                <a:prstDash val="solid"/>
                <a:round/>
                <a:headEnd type="none" w="med" len="med"/>
                <a:tailEnd type="none" w="med" len="med"/>
              </a:ln>
            </p:spPr>
          </p:cxnSp>
          <p:grpSp>
            <p:nvGrpSpPr>
              <p:cNvPr id="2719" name="Google Shape;2719;p49"/>
              <p:cNvGrpSpPr/>
              <p:nvPr/>
            </p:nvGrpSpPr>
            <p:grpSpPr>
              <a:xfrm>
                <a:off x="1621724" y="2393805"/>
                <a:ext cx="983087" cy="983459"/>
                <a:chOff x="1708681" y="2480698"/>
                <a:chExt cx="809125" cy="809432"/>
              </a:xfrm>
            </p:grpSpPr>
            <p:sp>
              <p:nvSpPr>
                <p:cNvPr id="2704" name="Google Shape;2704;p49"/>
                <p:cNvSpPr/>
                <p:nvPr/>
              </p:nvSpPr>
              <p:spPr>
                <a:xfrm>
                  <a:off x="1708681" y="2480698"/>
                  <a:ext cx="809125" cy="809432"/>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8" name="Google Shape;2718;p49"/>
                <p:cNvSpPr/>
                <p:nvPr/>
              </p:nvSpPr>
              <p:spPr>
                <a:xfrm>
                  <a:off x="1812063" y="2584091"/>
                  <a:ext cx="602631" cy="602631"/>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720" name="Google Shape;2720;p49"/>
              <p:cNvSpPr/>
              <p:nvPr/>
            </p:nvSpPr>
            <p:spPr>
              <a:xfrm>
                <a:off x="2073125" y="2106975"/>
                <a:ext cx="79800" cy="798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1" name="Google Shape;2721;p49"/>
              <p:cNvSpPr/>
              <p:nvPr/>
            </p:nvSpPr>
            <p:spPr>
              <a:xfrm>
                <a:off x="5351645" y="2106974"/>
                <a:ext cx="79800" cy="798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2" name="Google Shape;2722;p49"/>
              <p:cNvSpPr/>
              <p:nvPr/>
            </p:nvSpPr>
            <p:spPr>
              <a:xfrm>
                <a:off x="3711575" y="3544525"/>
                <a:ext cx="79800" cy="798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3" name="Google Shape;2723;p49"/>
              <p:cNvSpPr/>
              <p:nvPr/>
            </p:nvSpPr>
            <p:spPr>
              <a:xfrm>
                <a:off x="6990966" y="3544525"/>
                <a:ext cx="79800" cy="798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725" name="Google Shape;2725;p49"/>
            <p:cNvSpPr txBox="1"/>
            <p:nvPr/>
          </p:nvSpPr>
          <p:spPr>
            <a:xfrm>
              <a:off x="3371021" y="2812050"/>
              <a:ext cx="777918" cy="2835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800" dirty="0" smtClean="0">
                  <a:solidFill>
                    <a:schemeClr val="accent1"/>
                  </a:solidFill>
                  <a:latin typeface="Barlow Semi Condensed Medium"/>
                  <a:ea typeface="Barlow Semi Condensed Medium"/>
                  <a:cs typeface="Barlow Semi Condensed Medium"/>
                  <a:sym typeface="Barlow Semi Condensed Medium"/>
                </a:rPr>
                <a:t>Phase 2</a:t>
              </a:r>
              <a:endParaRPr sz="1800" dirty="0">
                <a:solidFill>
                  <a:schemeClr val="accent1"/>
                </a:solidFill>
                <a:latin typeface="Barlow Semi Condensed Medium"/>
                <a:ea typeface="Barlow Semi Condensed Medium"/>
                <a:cs typeface="Barlow Semi Condensed Medium"/>
                <a:sym typeface="Barlow Semi Condensed Medium"/>
              </a:endParaRPr>
            </a:p>
          </p:txBody>
        </p:sp>
        <p:sp>
          <p:nvSpPr>
            <p:cNvPr id="2727" name="Google Shape;2727;p49"/>
            <p:cNvSpPr txBox="1"/>
            <p:nvPr/>
          </p:nvSpPr>
          <p:spPr>
            <a:xfrm>
              <a:off x="6666256" y="2796190"/>
              <a:ext cx="756656" cy="2835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1800" dirty="0">
                  <a:solidFill>
                    <a:schemeClr val="accent1"/>
                  </a:solidFill>
                  <a:latin typeface="Barlow Semi Condensed Medium"/>
                  <a:ea typeface="Barlow Semi Condensed Medium"/>
                  <a:cs typeface="Barlow Semi Condensed Medium"/>
                  <a:sym typeface="Barlow Semi Condensed Medium"/>
                </a:rPr>
                <a:t>P</a:t>
              </a:r>
              <a:r>
                <a:rPr lang="en-GB" sz="1800" dirty="0" smtClean="0">
                  <a:solidFill>
                    <a:schemeClr val="accent1"/>
                  </a:solidFill>
                  <a:latin typeface="Barlow Semi Condensed Medium"/>
                  <a:ea typeface="Barlow Semi Condensed Medium"/>
                  <a:cs typeface="Barlow Semi Condensed Medium"/>
                  <a:sym typeface="Barlow Semi Condensed Medium"/>
                </a:rPr>
                <a:t>hase </a:t>
              </a:r>
              <a:r>
                <a:rPr lang="en-GB" sz="1800" dirty="0">
                  <a:solidFill>
                    <a:schemeClr val="accent1"/>
                  </a:solidFill>
                  <a:latin typeface="Barlow Semi Condensed Medium"/>
                  <a:ea typeface="Barlow Semi Condensed Medium"/>
                  <a:cs typeface="Barlow Semi Condensed Medium"/>
                  <a:sym typeface="Barlow Semi Condensed Medium"/>
                </a:rPr>
                <a:t>4</a:t>
              </a:r>
              <a:endParaRPr sz="1800" dirty="0">
                <a:solidFill>
                  <a:schemeClr val="accent1"/>
                </a:solidFill>
                <a:latin typeface="Barlow Semi Condensed Medium"/>
                <a:ea typeface="Barlow Semi Condensed Medium"/>
                <a:cs typeface="Barlow Semi Condensed Medium"/>
                <a:sym typeface="Barlow Semi Condensed Medium"/>
              </a:endParaRPr>
            </a:p>
          </p:txBody>
        </p:sp>
        <p:sp>
          <p:nvSpPr>
            <p:cNvPr id="36" name="Google Shape;2724;p49"/>
            <p:cNvSpPr txBox="1"/>
            <p:nvPr/>
          </p:nvSpPr>
          <p:spPr>
            <a:xfrm>
              <a:off x="1709700" y="2779448"/>
              <a:ext cx="809770" cy="2835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800" dirty="0" smtClean="0">
                  <a:solidFill>
                    <a:schemeClr val="lt1"/>
                  </a:solidFill>
                  <a:latin typeface="Barlow Semi Condensed Medium"/>
                  <a:ea typeface="Barlow Semi Condensed Medium"/>
                  <a:cs typeface="Barlow Semi Condensed Medium"/>
                  <a:sym typeface="Barlow Semi Condensed Medium"/>
                </a:rPr>
                <a:t>Phase 1</a:t>
              </a:r>
              <a:endParaRPr sz="1800" dirty="0">
                <a:solidFill>
                  <a:schemeClr val="lt1"/>
                </a:solidFill>
                <a:latin typeface="Barlow Semi Condensed Medium"/>
                <a:ea typeface="Barlow Semi Condensed Medium"/>
                <a:cs typeface="Barlow Semi Condensed Medium"/>
                <a:sym typeface="Barlow Semi Condensed Medium"/>
              </a:endParaRPr>
            </a:p>
          </p:txBody>
        </p:sp>
        <p:sp>
          <p:nvSpPr>
            <p:cNvPr id="37" name="Google Shape;2724;p49"/>
            <p:cNvSpPr txBox="1"/>
            <p:nvPr/>
          </p:nvSpPr>
          <p:spPr>
            <a:xfrm>
              <a:off x="4987291" y="2786913"/>
              <a:ext cx="847148" cy="2835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800" dirty="0" smtClean="0">
                  <a:solidFill>
                    <a:schemeClr val="lt1"/>
                  </a:solidFill>
                  <a:latin typeface="Barlow Semi Condensed Medium"/>
                  <a:ea typeface="Barlow Semi Condensed Medium"/>
                  <a:cs typeface="Barlow Semi Condensed Medium"/>
                  <a:sym typeface="Barlow Semi Condensed Medium"/>
                </a:rPr>
                <a:t>Phase 3</a:t>
              </a:r>
              <a:endParaRPr sz="1800" dirty="0">
                <a:solidFill>
                  <a:schemeClr val="lt1"/>
                </a:solidFill>
                <a:latin typeface="Barlow Semi Condensed Medium"/>
                <a:ea typeface="Barlow Semi Condensed Medium"/>
                <a:cs typeface="Barlow Semi Condensed Medium"/>
                <a:sym typeface="Barlow Semi Condensed Medium"/>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2695"/>
                                        </p:tgtEl>
                                        <p:attrNameLst>
                                          <p:attrName>style.visibility</p:attrName>
                                        </p:attrNameLst>
                                      </p:cBhvr>
                                      <p:to>
                                        <p:strVal val="visible"/>
                                      </p:to>
                                    </p:set>
                                    <p:anim calcmode="lin" valueType="num">
                                      <p:cBhvr additive="base">
                                        <p:cTn id="11" dur="500" fill="hold"/>
                                        <p:tgtEl>
                                          <p:spTgt spid="2695"/>
                                        </p:tgtEl>
                                        <p:attrNameLst>
                                          <p:attrName>ppt_x</p:attrName>
                                        </p:attrNameLst>
                                      </p:cBhvr>
                                      <p:tavLst>
                                        <p:tav tm="0">
                                          <p:val>
                                            <p:strVal val="#ppt_x"/>
                                          </p:val>
                                        </p:tav>
                                        <p:tav tm="100000">
                                          <p:val>
                                            <p:strVal val="#ppt_x"/>
                                          </p:val>
                                        </p:tav>
                                      </p:tavLst>
                                    </p:anim>
                                    <p:anim calcmode="lin" valueType="num">
                                      <p:cBhvr additive="base">
                                        <p:cTn id="12" dur="500" fill="hold"/>
                                        <p:tgtEl>
                                          <p:spTgt spid="2695"/>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2697"/>
                                        </p:tgtEl>
                                        <p:attrNameLst>
                                          <p:attrName>style.visibility</p:attrName>
                                        </p:attrNameLst>
                                      </p:cBhvr>
                                      <p:to>
                                        <p:strVal val="visible"/>
                                      </p:to>
                                    </p:set>
                                    <p:anim calcmode="lin" valueType="num">
                                      <p:cBhvr additive="base">
                                        <p:cTn id="16" dur="500" fill="hold"/>
                                        <p:tgtEl>
                                          <p:spTgt spid="2697"/>
                                        </p:tgtEl>
                                        <p:attrNameLst>
                                          <p:attrName>ppt_x</p:attrName>
                                        </p:attrNameLst>
                                      </p:cBhvr>
                                      <p:tavLst>
                                        <p:tav tm="0">
                                          <p:val>
                                            <p:strVal val="#ppt_x"/>
                                          </p:val>
                                        </p:tav>
                                        <p:tav tm="100000">
                                          <p:val>
                                            <p:strVal val="#ppt_x"/>
                                          </p:val>
                                        </p:tav>
                                      </p:tavLst>
                                    </p:anim>
                                    <p:anim calcmode="lin" valueType="num">
                                      <p:cBhvr additive="base">
                                        <p:cTn id="17" dur="500" fill="hold"/>
                                        <p:tgtEl>
                                          <p:spTgt spid="2697"/>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2696"/>
                                        </p:tgtEl>
                                        <p:attrNameLst>
                                          <p:attrName>style.visibility</p:attrName>
                                        </p:attrNameLst>
                                      </p:cBhvr>
                                      <p:to>
                                        <p:strVal val="visible"/>
                                      </p:to>
                                    </p:set>
                                    <p:anim calcmode="lin" valueType="num">
                                      <p:cBhvr additive="base">
                                        <p:cTn id="21" dur="500" fill="hold"/>
                                        <p:tgtEl>
                                          <p:spTgt spid="2696"/>
                                        </p:tgtEl>
                                        <p:attrNameLst>
                                          <p:attrName>ppt_x</p:attrName>
                                        </p:attrNameLst>
                                      </p:cBhvr>
                                      <p:tavLst>
                                        <p:tav tm="0">
                                          <p:val>
                                            <p:strVal val="#ppt_x"/>
                                          </p:val>
                                        </p:tav>
                                        <p:tav tm="100000">
                                          <p:val>
                                            <p:strVal val="#ppt_x"/>
                                          </p:val>
                                        </p:tav>
                                      </p:tavLst>
                                    </p:anim>
                                    <p:anim calcmode="lin" valueType="num">
                                      <p:cBhvr additive="base">
                                        <p:cTn id="22" dur="500" fill="hold"/>
                                        <p:tgtEl>
                                          <p:spTgt spid="2696"/>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2698"/>
                                        </p:tgtEl>
                                        <p:attrNameLst>
                                          <p:attrName>style.visibility</p:attrName>
                                        </p:attrNameLst>
                                      </p:cBhvr>
                                      <p:to>
                                        <p:strVal val="visible"/>
                                      </p:to>
                                    </p:set>
                                    <p:anim calcmode="lin" valueType="num">
                                      <p:cBhvr additive="base">
                                        <p:cTn id="26" dur="500" fill="hold"/>
                                        <p:tgtEl>
                                          <p:spTgt spid="2698"/>
                                        </p:tgtEl>
                                        <p:attrNameLst>
                                          <p:attrName>ppt_x</p:attrName>
                                        </p:attrNameLst>
                                      </p:cBhvr>
                                      <p:tavLst>
                                        <p:tav tm="0">
                                          <p:val>
                                            <p:strVal val="#ppt_x"/>
                                          </p:val>
                                        </p:tav>
                                        <p:tav tm="100000">
                                          <p:val>
                                            <p:strVal val="#ppt_x"/>
                                          </p:val>
                                        </p:tav>
                                      </p:tavLst>
                                    </p:anim>
                                    <p:anim calcmode="lin" valueType="num">
                                      <p:cBhvr additive="base">
                                        <p:cTn id="27" dur="500" fill="hold"/>
                                        <p:tgtEl>
                                          <p:spTgt spid="26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5" grpId="0"/>
      <p:bldP spid="2696" grpId="0"/>
      <p:bldP spid="2697" grpId="0"/>
      <p:bldP spid="269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grpSp>
        <p:nvGrpSpPr>
          <p:cNvPr id="2166" name="Google Shape;2166;p39"/>
          <p:cNvGrpSpPr/>
          <p:nvPr/>
        </p:nvGrpSpPr>
        <p:grpSpPr>
          <a:xfrm>
            <a:off x="2114554" y="413364"/>
            <a:ext cx="591455" cy="590639"/>
            <a:chOff x="1190625" y="238125"/>
            <a:chExt cx="5238750" cy="5231525"/>
          </a:xfrm>
        </p:grpSpPr>
        <p:sp>
          <p:nvSpPr>
            <p:cNvPr id="2167" name="Google Shape;2167;p39"/>
            <p:cNvSpPr/>
            <p:nvPr/>
          </p:nvSpPr>
          <p:spPr>
            <a:xfrm>
              <a:off x="1190625" y="259325"/>
              <a:ext cx="5238750" cy="5210325"/>
            </a:xfrm>
            <a:custGeom>
              <a:avLst/>
              <a:gdLst/>
              <a:ahLst/>
              <a:cxnLst/>
              <a:rect l="l" t="t" r="r" b="b"/>
              <a:pathLst>
                <a:path w="209550" h="208413" extrusionOk="0">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8" name="Google Shape;2168;p39"/>
            <p:cNvSpPr/>
            <p:nvPr/>
          </p:nvSpPr>
          <p:spPr>
            <a:xfrm>
              <a:off x="4202861" y="1284806"/>
              <a:ext cx="1389300" cy="1389300"/>
            </a:xfrm>
            <a:custGeom>
              <a:avLst/>
              <a:gdLst/>
              <a:ahLst/>
              <a:cxnLst/>
              <a:rect l="l" t="t" r="r" b="b"/>
              <a:pathLst>
                <a:path w="55572" h="55572" extrusionOk="0">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9" name="Google Shape;2169;p39"/>
            <p:cNvSpPr/>
            <p:nvPr/>
          </p:nvSpPr>
          <p:spPr>
            <a:xfrm>
              <a:off x="3730400" y="4080350"/>
              <a:ext cx="173675" cy="260500"/>
            </a:xfrm>
            <a:custGeom>
              <a:avLst/>
              <a:gdLst/>
              <a:ahLst/>
              <a:cxnLst/>
              <a:rect l="l" t="t" r="r" b="b"/>
              <a:pathLst>
                <a:path w="6947" h="10420" extrusionOk="0">
                  <a:moveTo>
                    <a:pt x="0" y="0"/>
                  </a:moveTo>
                  <a:lnTo>
                    <a:pt x="0" y="10420"/>
                  </a:lnTo>
                  <a:lnTo>
                    <a:pt x="6947" y="10420"/>
                  </a:lnTo>
                  <a:lnTo>
                    <a:pt x="6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0" name="Google Shape;2170;p39"/>
            <p:cNvSpPr/>
            <p:nvPr/>
          </p:nvSpPr>
          <p:spPr>
            <a:xfrm>
              <a:off x="2430350" y="1227000"/>
              <a:ext cx="1473725" cy="2679700"/>
            </a:xfrm>
            <a:custGeom>
              <a:avLst/>
              <a:gdLst/>
              <a:ahLst/>
              <a:cxnLst/>
              <a:rect l="l" t="t" r="r" b="b"/>
              <a:pathLst>
                <a:path w="58949" h="107188" extrusionOk="0">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1" name="Google Shape;2171;p39"/>
            <p:cNvSpPr/>
            <p:nvPr/>
          </p:nvSpPr>
          <p:spPr>
            <a:xfrm>
              <a:off x="5467000" y="3472525"/>
              <a:ext cx="607825" cy="173700"/>
            </a:xfrm>
            <a:custGeom>
              <a:avLst/>
              <a:gdLst/>
              <a:ahLst/>
              <a:cxnLst/>
              <a:rect l="l" t="t" r="r" b="b"/>
              <a:pathLst>
                <a:path w="24313" h="6948" extrusionOk="0">
                  <a:moveTo>
                    <a:pt x="0" y="1"/>
                  </a:moveTo>
                  <a:lnTo>
                    <a:pt x="0" y="6947"/>
                  </a:lnTo>
                  <a:lnTo>
                    <a:pt x="24313" y="6947"/>
                  </a:lnTo>
                  <a:lnTo>
                    <a:pt x="243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2" name="Google Shape;2172;p39"/>
            <p:cNvSpPr/>
            <p:nvPr/>
          </p:nvSpPr>
          <p:spPr>
            <a:xfrm>
              <a:off x="5324700" y="3925975"/>
              <a:ext cx="631950" cy="566850"/>
            </a:xfrm>
            <a:custGeom>
              <a:avLst/>
              <a:gdLst/>
              <a:ahLst/>
              <a:cxnLst/>
              <a:rect l="l" t="t" r="r" b="b"/>
              <a:pathLst>
                <a:path w="25278" h="22674" extrusionOk="0">
                  <a:moveTo>
                    <a:pt x="4438" y="1"/>
                  </a:moveTo>
                  <a:lnTo>
                    <a:pt x="0" y="5307"/>
                  </a:lnTo>
                  <a:lnTo>
                    <a:pt x="20839" y="22673"/>
                  </a:lnTo>
                  <a:lnTo>
                    <a:pt x="25277" y="17367"/>
                  </a:lnTo>
                  <a:lnTo>
                    <a:pt x="44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3" name="Google Shape;2173;p39"/>
            <p:cNvSpPr/>
            <p:nvPr/>
          </p:nvSpPr>
          <p:spPr>
            <a:xfrm>
              <a:off x="4946025" y="4167175"/>
              <a:ext cx="173675" cy="607825"/>
            </a:xfrm>
            <a:custGeom>
              <a:avLst/>
              <a:gdLst/>
              <a:ahLst/>
              <a:cxnLst/>
              <a:rect l="l" t="t" r="r" b="b"/>
              <a:pathLst>
                <a:path w="6947" h="24313" extrusionOk="0">
                  <a:moveTo>
                    <a:pt x="0" y="1"/>
                  </a:moveTo>
                  <a:lnTo>
                    <a:pt x="0" y="24313"/>
                  </a:lnTo>
                  <a:lnTo>
                    <a:pt x="6947" y="24313"/>
                  </a:lnTo>
                  <a:lnTo>
                    <a:pt x="69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4" name="Google Shape;2174;p39"/>
            <p:cNvSpPr/>
            <p:nvPr/>
          </p:nvSpPr>
          <p:spPr>
            <a:xfrm>
              <a:off x="1279850" y="1564675"/>
              <a:ext cx="735675" cy="342525"/>
            </a:xfrm>
            <a:custGeom>
              <a:avLst/>
              <a:gdLst/>
              <a:ahLst/>
              <a:cxnLst/>
              <a:rect l="l" t="t" r="r" b="b"/>
              <a:pathLst>
                <a:path w="29427" h="13701" extrusionOk="0">
                  <a:moveTo>
                    <a:pt x="27786" y="1"/>
                  </a:moveTo>
                  <a:lnTo>
                    <a:pt x="1" y="6947"/>
                  </a:lnTo>
                  <a:lnTo>
                    <a:pt x="1641" y="13701"/>
                  </a:lnTo>
                  <a:lnTo>
                    <a:pt x="29426" y="6754"/>
                  </a:lnTo>
                  <a:lnTo>
                    <a:pt x="277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5" name="Google Shape;2175;p39"/>
            <p:cNvSpPr/>
            <p:nvPr/>
          </p:nvSpPr>
          <p:spPr>
            <a:xfrm>
              <a:off x="1424575" y="710850"/>
              <a:ext cx="706725" cy="574075"/>
            </a:xfrm>
            <a:custGeom>
              <a:avLst/>
              <a:gdLst/>
              <a:ahLst/>
              <a:cxnLst/>
              <a:rect l="l" t="t" r="r" b="b"/>
              <a:pathLst>
                <a:path w="28269" h="22963" extrusionOk="0">
                  <a:moveTo>
                    <a:pt x="3956" y="1"/>
                  </a:moveTo>
                  <a:lnTo>
                    <a:pt x="0" y="5596"/>
                  </a:lnTo>
                  <a:lnTo>
                    <a:pt x="24313" y="22962"/>
                  </a:lnTo>
                  <a:lnTo>
                    <a:pt x="28268" y="17367"/>
                  </a:lnTo>
                  <a:lnTo>
                    <a:pt x="39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6" name="Google Shape;2176;p39"/>
            <p:cNvSpPr/>
            <p:nvPr/>
          </p:nvSpPr>
          <p:spPr>
            <a:xfrm>
              <a:off x="2167450" y="238125"/>
              <a:ext cx="344925" cy="738075"/>
            </a:xfrm>
            <a:custGeom>
              <a:avLst/>
              <a:gdLst/>
              <a:ahLst/>
              <a:cxnLst/>
              <a:rect l="l" t="t" r="r" b="b"/>
              <a:pathLst>
                <a:path w="13797" h="29523" extrusionOk="0">
                  <a:moveTo>
                    <a:pt x="6754" y="0"/>
                  </a:moveTo>
                  <a:lnTo>
                    <a:pt x="1" y="1737"/>
                  </a:lnTo>
                  <a:lnTo>
                    <a:pt x="7140" y="29522"/>
                  </a:lnTo>
                  <a:lnTo>
                    <a:pt x="13797" y="27786"/>
                  </a:lnTo>
                  <a:lnTo>
                    <a:pt x="67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177" name="Google Shape;2177;p39"/>
          <p:cNvSpPr txBox="1">
            <a:spLocks noGrp="1"/>
          </p:cNvSpPr>
          <p:nvPr>
            <p:ph type="title"/>
          </p:nvPr>
        </p:nvSpPr>
        <p:spPr>
          <a:xfrm>
            <a:off x="2360721" y="419170"/>
            <a:ext cx="4888300" cy="584833"/>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smtClean="0"/>
              <a:t>Problem definition </a:t>
            </a:r>
            <a:endParaRPr dirty="0"/>
          </a:p>
        </p:txBody>
      </p:sp>
      <p:sp>
        <p:nvSpPr>
          <p:cNvPr id="2" name="Rounded Rectangle 1"/>
          <p:cNvSpPr/>
          <p:nvPr/>
        </p:nvSpPr>
        <p:spPr>
          <a:xfrm>
            <a:off x="1044634" y="2588653"/>
            <a:ext cx="881162" cy="32197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smtClean="0">
                <a:solidFill>
                  <a:srgbClr val="113657"/>
                </a:solidFill>
              </a:rPr>
              <a:t>Image</a:t>
            </a:r>
            <a:endParaRPr lang="en-US" dirty="0">
              <a:solidFill>
                <a:srgbClr val="113657"/>
              </a:solidFill>
            </a:endParaRPr>
          </a:p>
        </p:txBody>
      </p:sp>
      <p:cxnSp>
        <p:nvCxnSpPr>
          <p:cNvPr id="6" name="Straight Arrow Connector 5"/>
          <p:cNvCxnSpPr>
            <a:stCxn id="2" idx="3"/>
          </p:cNvCxnSpPr>
          <p:nvPr/>
        </p:nvCxnSpPr>
        <p:spPr>
          <a:xfrm flipV="1">
            <a:off x="1925796" y="2749638"/>
            <a:ext cx="1145895" cy="1"/>
          </a:xfrm>
          <a:prstGeom prst="straightConnector1">
            <a:avLst/>
          </a:prstGeom>
          <a:ln w="3810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3129569" y="2224783"/>
            <a:ext cx="1159099" cy="106259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smtClean="0"/>
              <a:t>CNN</a:t>
            </a:r>
            <a:endParaRPr lang="en-US" dirty="0" smtClean="0"/>
          </a:p>
          <a:p>
            <a:pPr algn="ctr"/>
            <a:r>
              <a:rPr lang="en-US" dirty="0" smtClean="0"/>
              <a:t>models</a:t>
            </a:r>
            <a:endParaRPr lang="en-US" dirty="0"/>
          </a:p>
        </p:txBody>
      </p:sp>
      <p:cxnSp>
        <p:nvCxnSpPr>
          <p:cNvPr id="24" name="Straight Arrow Connector 23"/>
          <p:cNvCxnSpPr/>
          <p:nvPr/>
        </p:nvCxnSpPr>
        <p:spPr>
          <a:xfrm flipV="1">
            <a:off x="4378815" y="2749639"/>
            <a:ext cx="1143000" cy="6440"/>
          </a:xfrm>
          <a:prstGeom prst="straightConnector1">
            <a:avLst/>
          </a:prstGeom>
          <a:ln w="3810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5603363" y="2224783"/>
            <a:ext cx="1545465" cy="956299"/>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smtClean="0"/>
              <a:t>predictions</a:t>
            </a:r>
            <a:endParaRPr lang="en-US" dirty="0"/>
          </a:p>
        </p:txBody>
      </p:sp>
      <p:cxnSp>
        <p:nvCxnSpPr>
          <p:cNvPr id="29" name="Straight Arrow Connector 28"/>
          <p:cNvCxnSpPr/>
          <p:nvPr/>
        </p:nvCxnSpPr>
        <p:spPr>
          <a:xfrm>
            <a:off x="6781173" y="3287375"/>
            <a:ext cx="467848" cy="627802"/>
          </a:xfrm>
          <a:prstGeom prst="straightConnector1">
            <a:avLst/>
          </a:prstGeom>
          <a:ln w="3810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H="1">
            <a:off x="5571228" y="3271002"/>
            <a:ext cx="361728" cy="660548"/>
          </a:xfrm>
          <a:prstGeom prst="straightConnector1">
            <a:avLst/>
          </a:prstGeom>
          <a:ln w="3810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4386370" y="4021470"/>
            <a:ext cx="1639394" cy="586538"/>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smtClean="0"/>
              <a:t>Emotion prediction</a:t>
            </a:r>
            <a:endParaRPr lang="en-US" dirty="0"/>
          </a:p>
        </p:txBody>
      </p:sp>
      <p:sp>
        <p:nvSpPr>
          <p:cNvPr id="36" name="Oval 35"/>
          <p:cNvSpPr/>
          <p:nvPr/>
        </p:nvSpPr>
        <p:spPr>
          <a:xfrm>
            <a:off x="6362163" y="4021470"/>
            <a:ext cx="1664899" cy="586538"/>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smtClean="0"/>
              <a:t>Gender prediction </a:t>
            </a:r>
            <a:endParaRPr lang="en-US" dirty="0"/>
          </a:p>
        </p:txBody>
      </p:sp>
      <p:sp>
        <p:nvSpPr>
          <p:cNvPr id="18" name="TextBox 17"/>
          <p:cNvSpPr txBox="1"/>
          <p:nvPr/>
        </p:nvSpPr>
        <p:spPr>
          <a:xfrm>
            <a:off x="2089238" y="2434021"/>
            <a:ext cx="1004071" cy="261610"/>
          </a:xfrm>
          <a:prstGeom prst="rect">
            <a:avLst/>
          </a:prstGeom>
          <a:noFill/>
        </p:spPr>
        <p:txBody>
          <a:bodyPr wrap="square" rtlCol="0">
            <a:spAutoFit/>
          </a:bodyPr>
          <a:lstStyle/>
          <a:p>
            <a:r>
              <a:rPr lang="en-US" sz="1100" dirty="0" smtClean="0">
                <a:solidFill>
                  <a:schemeClr val="tx1">
                    <a:lumMod val="75000"/>
                  </a:schemeClr>
                </a:solidFill>
              </a:rPr>
              <a:t>reshape</a:t>
            </a:r>
            <a:endParaRPr lang="en-US" sz="1100" dirty="0">
              <a:solidFill>
                <a:schemeClr val="tx1">
                  <a:lumMod val="7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500"/>
                            </p:stCondLst>
                            <p:childTnLst>
                              <p:par>
                                <p:cTn id="13" presetID="10" presetClass="entr" presetSubtype="0" fill="hold" nodeType="afterEffect">
                                  <p:stCondLst>
                                    <p:cond delay="2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200"/>
                            </p:stCondLst>
                            <p:childTnLst>
                              <p:par>
                                <p:cTn id="17" presetID="1" presetClass="entr" presetSubtype="0" fill="hold" grpId="0" nodeType="afterEffect">
                                  <p:stCondLst>
                                    <p:cond delay="300"/>
                                  </p:stCondLst>
                                  <p:childTnLst>
                                    <p:set>
                                      <p:cBhvr>
                                        <p:cTn id="18" dur="1" fill="hold">
                                          <p:stCondLst>
                                            <p:cond delay="0"/>
                                          </p:stCondLst>
                                        </p:cTn>
                                        <p:tgtEl>
                                          <p:spTgt spid="18"/>
                                        </p:tgtEl>
                                        <p:attrNameLst>
                                          <p:attrName>style.visibility</p:attrName>
                                        </p:attrNameLst>
                                      </p:cBhvr>
                                      <p:to>
                                        <p:strVal val="visible"/>
                                      </p:to>
                                    </p:set>
                                  </p:childTnLst>
                                </p:cTn>
                              </p:par>
                            </p:childTnLst>
                          </p:cTn>
                        </p:par>
                        <p:par>
                          <p:cTn id="19" fill="hold">
                            <p:stCondLst>
                              <p:cond delay="1500"/>
                            </p:stCondLst>
                            <p:childTnLst>
                              <p:par>
                                <p:cTn id="20" presetID="22" presetClass="entr" presetSubtype="8" fill="hold" grpId="0" nodeType="afterEffect">
                                  <p:stCondLst>
                                    <p:cond delay="20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par>
                          <p:cTn id="23" fill="hold">
                            <p:stCondLst>
                              <p:cond delay="2200"/>
                            </p:stCondLst>
                            <p:childTnLst>
                              <p:par>
                                <p:cTn id="24" presetID="10" presetClass="entr" presetSubtype="0" fill="hold" nodeType="afterEffect">
                                  <p:stCondLst>
                                    <p:cond delay="10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childTnLst>
                          </p:cTn>
                        </p:par>
                        <p:par>
                          <p:cTn id="27" fill="hold">
                            <p:stCondLst>
                              <p:cond delay="2800"/>
                            </p:stCondLst>
                            <p:childTnLst>
                              <p:par>
                                <p:cTn id="28" presetID="22" presetClass="entr" presetSubtype="8" fill="hold" grpId="0" nodeType="afterEffect">
                                  <p:stCondLst>
                                    <p:cond delay="20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childTnLst>
                          </p:cTn>
                        </p:par>
                        <p:par>
                          <p:cTn id="31" fill="hold">
                            <p:stCondLst>
                              <p:cond delay="3500"/>
                            </p:stCondLst>
                            <p:childTnLst>
                              <p:par>
                                <p:cTn id="32" presetID="22" presetClass="entr" presetSubtype="1" fill="hold" nodeType="afterEffect">
                                  <p:stCondLst>
                                    <p:cond delay="200"/>
                                  </p:stCondLst>
                                  <p:childTnLst>
                                    <p:set>
                                      <p:cBhvr>
                                        <p:cTn id="33" dur="1" fill="hold">
                                          <p:stCondLst>
                                            <p:cond delay="0"/>
                                          </p:stCondLst>
                                        </p:cTn>
                                        <p:tgtEl>
                                          <p:spTgt spid="33"/>
                                        </p:tgtEl>
                                        <p:attrNameLst>
                                          <p:attrName>style.visibility</p:attrName>
                                        </p:attrNameLst>
                                      </p:cBhvr>
                                      <p:to>
                                        <p:strVal val="visible"/>
                                      </p:to>
                                    </p:set>
                                    <p:animEffect transition="in" filter="wipe(up)">
                                      <p:cBhvr>
                                        <p:cTn id="34" dur="500"/>
                                        <p:tgtEl>
                                          <p:spTgt spid="33"/>
                                        </p:tgtEl>
                                      </p:cBhvr>
                                    </p:animEffect>
                                  </p:childTnLst>
                                </p:cTn>
                              </p:par>
                            </p:childTnLst>
                          </p:cTn>
                        </p:par>
                        <p:par>
                          <p:cTn id="35" fill="hold">
                            <p:stCondLst>
                              <p:cond delay="4200"/>
                            </p:stCondLst>
                            <p:childTnLst>
                              <p:par>
                                <p:cTn id="36" presetID="22" presetClass="entr" presetSubtype="8" fill="hold" grpId="0" nodeType="afterEffect">
                                  <p:stCondLst>
                                    <p:cond delay="300"/>
                                  </p:stCondLst>
                                  <p:childTnLst>
                                    <p:set>
                                      <p:cBhvr>
                                        <p:cTn id="37" dur="1" fill="hold">
                                          <p:stCondLst>
                                            <p:cond delay="0"/>
                                          </p:stCondLst>
                                        </p:cTn>
                                        <p:tgtEl>
                                          <p:spTgt spid="17"/>
                                        </p:tgtEl>
                                        <p:attrNameLst>
                                          <p:attrName>style.visibility</p:attrName>
                                        </p:attrNameLst>
                                      </p:cBhvr>
                                      <p:to>
                                        <p:strVal val="visible"/>
                                      </p:to>
                                    </p:set>
                                    <p:animEffect transition="in" filter="wipe(left)">
                                      <p:cBhvr>
                                        <p:cTn id="38" dur="500"/>
                                        <p:tgtEl>
                                          <p:spTgt spid="17"/>
                                        </p:tgtEl>
                                      </p:cBhvr>
                                    </p:animEffect>
                                  </p:childTnLst>
                                </p:cTn>
                              </p:par>
                            </p:childTnLst>
                          </p:cTn>
                        </p:par>
                        <p:par>
                          <p:cTn id="39" fill="hold">
                            <p:stCondLst>
                              <p:cond delay="5000"/>
                            </p:stCondLst>
                            <p:childTnLst>
                              <p:par>
                                <p:cTn id="40" presetID="22" presetClass="entr" presetSubtype="1" fill="hold" nodeType="after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wipe(up)">
                                      <p:cBhvr>
                                        <p:cTn id="42" dur="500"/>
                                        <p:tgtEl>
                                          <p:spTgt spid="29"/>
                                        </p:tgtEl>
                                      </p:cBhvr>
                                    </p:animEffect>
                                  </p:childTnLst>
                                </p:cTn>
                              </p:par>
                            </p:childTnLst>
                          </p:cTn>
                        </p:par>
                        <p:par>
                          <p:cTn id="43" fill="hold">
                            <p:stCondLst>
                              <p:cond delay="5500"/>
                            </p:stCondLst>
                            <p:childTnLst>
                              <p:par>
                                <p:cTn id="44" presetID="22" presetClass="entr" presetSubtype="8" fill="hold" grpId="0" nodeType="after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wipe(left)">
                                      <p:cBhvr>
                                        <p:cTn id="4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7" grpId="0"/>
      <p:bldP spid="2" grpId="0" animBg="1"/>
      <p:bldP spid="7" grpId="0" animBg="1"/>
      <p:bldP spid="9" grpId="0" animBg="1"/>
      <p:bldP spid="17" grpId="0" animBg="1"/>
      <p:bldP spid="36" grpId="0" animBg="1"/>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82"/>
        <p:cNvGrpSpPr/>
        <p:nvPr/>
      </p:nvGrpSpPr>
      <p:grpSpPr>
        <a:xfrm>
          <a:off x="0" y="0"/>
          <a:ext cx="0" cy="0"/>
          <a:chOff x="0" y="0"/>
          <a:chExt cx="0" cy="0"/>
        </a:xfrm>
      </p:grpSpPr>
      <p:sp>
        <p:nvSpPr>
          <p:cNvPr id="2195" name="Google Shape;2195;p40"/>
          <p:cNvSpPr txBox="1">
            <a:spLocks noGrp="1"/>
          </p:cNvSpPr>
          <p:nvPr>
            <p:ph type="title"/>
          </p:nvPr>
        </p:nvSpPr>
        <p:spPr>
          <a:xfrm>
            <a:off x="1919021" y="389844"/>
            <a:ext cx="5577900" cy="594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smtClean="0"/>
              <a:t>E</a:t>
            </a:r>
            <a:r>
              <a:rPr lang="en-GB" dirty="0" smtClean="0"/>
              <a:t>motion </a:t>
            </a:r>
            <a:r>
              <a:rPr lang="en-GB" dirty="0" smtClean="0"/>
              <a:t>&amp; gender recognition </a:t>
            </a:r>
            <a:r>
              <a:rPr lang="en-GB" dirty="0" smtClean="0"/>
              <a:t>problem </a:t>
            </a:r>
            <a:endParaRPr dirty="0"/>
          </a:p>
        </p:txBody>
      </p:sp>
      <p:sp>
        <p:nvSpPr>
          <p:cNvPr id="2196" name="Google Shape;2196;p40"/>
          <p:cNvSpPr txBox="1">
            <a:spLocks noGrp="1"/>
          </p:cNvSpPr>
          <p:nvPr>
            <p:ph type="subTitle" idx="1"/>
          </p:nvPr>
        </p:nvSpPr>
        <p:spPr>
          <a:xfrm>
            <a:off x="3694176" y="2414015"/>
            <a:ext cx="1764900" cy="113196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000" dirty="0" smtClean="0">
                <a:solidFill>
                  <a:schemeClr val="accent3">
                    <a:lumMod val="25000"/>
                  </a:schemeClr>
                </a:solidFill>
              </a:rPr>
              <a:t>Detect the emotion and the gender </a:t>
            </a:r>
            <a:endParaRPr sz="2000" dirty="0">
              <a:solidFill>
                <a:schemeClr val="accent3">
                  <a:lumMod val="25000"/>
                </a:schemeClr>
              </a:solidFill>
            </a:endParaRPr>
          </a:p>
        </p:txBody>
      </p:sp>
      <p:sp>
        <p:nvSpPr>
          <p:cNvPr id="2197" name="Google Shape;2197;p40"/>
          <p:cNvSpPr txBox="1">
            <a:spLocks noGrp="1"/>
          </p:cNvSpPr>
          <p:nvPr>
            <p:ph type="subTitle" idx="2"/>
          </p:nvPr>
        </p:nvSpPr>
        <p:spPr>
          <a:xfrm>
            <a:off x="1024128" y="2414015"/>
            <a:ext cx="1764900" cy="98794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400" dirty="0" smtClean="0">
                <a:solidFill>
                  <a:schemeClr val="accent3">
                    <a:lumMod val="25000"/>
                  </a:schemeClr>
                </a:solidFill>
              </a:rPr>
              <a:t>Face detection </a:t>
            </a:r>
            <a:endParaRPr sz="2400" dirty="0">
              <a:solidFill>
                <a:schemeClr val="accent3">
                  <a:lumMod val="25000"/>
                </a:schemeClr>
              </a:solidFill>
            </a:endParaRPr>
          </a:p>
        </p:txBody>
      </p:sp>
      <p:sp>
        <p:nvSpPr>
          <p:cNvPr id="2198" name="Google Shape;2198;p40"/>
          <p:cNvSpPr txBox="1">
            <a:spLocks noGrp="1"/>
          </p:cNvSpPr>
          <p:nvPr>
            <p:ph type="subTitle" idx="3"/>
          </p:nvPr>
        </p:nvSpPr>
        <p:spPr>
          <a:xfrm>
            <a:off x="6355080" y="2414015"/>
            <a:ext cx="1764900" cy="1240743"/>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smtClean="0">
                <a:solidFill>
                  <a:schemeClr val="accent3">
                    <a:lumMod val="25000"/>
                  </a:schemeClr>
                </a:solidFill>
              </a:rPr>
              <a:t>Visualize the prediction in a real time application </a:t>
            </a:r>
            <a:endParaRPr dirty="0">
              <a:solidFill>
                <a:schemeClr val="accent3">
                  <a:lumMod val="25000"/>
                </a:schemeClr>
              </a:solidFill>
            </a:endParaRPr>
          </a:p>
        </p:txBody>
      </p:sp>
      <p:grpSp>
        <p:nvGrpSpPr>
          <p:cNvPr id="2202" name="Google Shape;2202;p40"/>
          <p:cNvGrpSpPr/>
          <p:nvPr/>
        </p:nvGrpSpPr>
        <p:grpSpPr>
          <a:xfrm>
            <a:off x="1696099" y="1908349"/>
            <a:ext cx="420796" cy="370732"/>
            <a:chOff x="-3137650" y="2067900"/>
            <a:chExt cx="291450" cy="256775"/>
          </a:xfrm>
        </p:grpSpPr>
        <p:sp>
          <p:nvSpPr>
            <p:cNvPr id="2203" name="Google Shape;2203;p40"/>
            <p:cNvSpPr/>
            <p:nvPr/>
          </p:nvSpPr>
          <p:spPr>
            <a:xfrm>
              <a:off x="-3137650" y="2067900"/>
              <a:ext cx="291450" cy="187475"/>
            </a:xfrm>
            <a:custGeom>
              <a:avLst/>
              <a:gdLst/>
              <a:ahLst/>
              <a:cxnLst/>
              <a:rect l="l" t="t" r="r" b="b"/>
              <a:pathLst>
                <a:path w="11658" h="7499" extrusionOk="0">
                  <a:moveTo>
                    <a:pt x="10618" y="694"/>
                  </a:moveTo>
                  <a:cubicBezTo>
                    <a:pt x="10838" y="694"/>
                    <a:pt x="10964" y="851"/>
                    <a:pt x="10964" y="1040"/>
                  </a:cubicBezTo>
                  <a:lnTo>
                    <a:pt x="10964" y="6522"/>
                  </a:lnTo>
                  <a:cubicBezTo>
                    <a:pt x="10964" y="6711"/>
                    <a:pt x="10838" y="6868"/>
                    <a:pt x="10618" y="6868"/>
                  </a:cubicBezTo>
                  <a:lnTo>
                    <a:pt x="1009" y="6868"/>
                  </a:lnTo>
                  <a:cubicBezTo>
                    <a:pt x="820" y="6868"/>
                    <a:pt x="662" y="6711"/>
                    <a:pt x="662" y="6522"/>
                  </a:cubicBezTo>
                  <a:lnTo>
                    <a:pt x="662" y="1040"/>
                  </a:lnTo>
                  <a:cubicBezTo>
                    <a:pt x="662" y="851"/>
                    <a:pt x="820" y="694"/>
                    <a:pt x="1009" y="694"/>
                  </a:cubicBezTo>
                  <a:close/>
                  <a:moveTo>
                    <a:pt x="1009" y="0"/>
                  </a:moveTo>
                  <a:cubicBezTo>
                    <a:pt x="473" y="0"/>
                    <a:pt x="1" y="473"/>
                    <a:pt x="1" y="1009"/>
                  </a:cubicBezTo>
                  <a:lnTo>
                    <a:pt x="1" y="6490"/>
                  </a:lnTo>
                  <a:cubicBezTo>
                    <a:pt x="1" y="7026"/>
                    <a:pt x="473" y="7499"/>
                    <a:pt x="1009" y="7499"/>
                  </a:cubicBezTo>
                  <a:lnTo>
                    <a:pt x="10618" y="7499"/>
                  </a:lnTo>
                  <a:cubicBezTo>
                    <a:pt x="11185" y="7499"/>
                    <a:pt x="11658" y="7026"/>
                    <a:pt x="11658" y="6490"/>
                  </a:cubicBezTo>
                  <a:lnTo>
                    <a:pt x="11658" y="1009"/>
                  </a:lnTo>
                  <a:cubicBezTo>
                    <a:pt x="11658" y="473"/>
                    <a:pt x="11217" y="0"/>
                    <a:pt x="106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04" name="Google Shape;2204;p40"/>
            <p:cNvSpPr/>
            <p:nvPr/>
          </p:nvSpPr>
          <p:spPr>
            <a:xfrm>
              <a:off x="-3137650" y="2273475"/>
              <a:ext cx="291450" cy="51200"/>
            </a:xfrm>
            <a:custGeom>
              <a:avLst/>
              <a:gdLst/>
              <a:ahLst/>
              <a:cxnLst/>
              <a:rect l="l" t="t" r="r" b="b"/>
              <a:pathLst>
                <a:path w="11658" h="2048" extrusionOk="0">
                  <a:moveTo>
                    <a:pt x="10618" y="662"/>
                  </a:moveTo>
                  <a:cubicBezTo>
                    <a:pt x="10838" y="662"/>
                    <a:pt x="10964" y="819"/>
                    <a:pt x="10964" y="1008"/>
                  </a:cubicBezTo>
                  <a:cubicBezTo>
                    <a:pt x="10964" y="1197"/>
                    <a:pt x="10838" y="1355"/>
                    <a:pt x="10618" y="1355"/>
                  </a:cubicBezTo>
                  <a:lnTo>
                    <a:pt x="6050" y="1355"/>
                  </a:lnTo>
                  <a:cubicBezTo>
                    <a:pt x="6113" y="1260"/>
                    <a:pt x="6113" y="1134"/>
                    <a:pt x="6113" y="1008"/>
                  </a:cubicBezTo>
                  <a:cubicBezTo>
                    <a:pt x="6113" y="882"/>
                    <a:pt x="6050" y="788"/>
                    <a:pt x="6050" y="662"/>
                  </a:cubicBezTo>
                  <a:close/>
                  <a:moveTo>
                    <a:pt x="5105" y="662"/>
                  </a:moveTo>
                  <a:cubicBezTo>
                    <a:pt x="5294" y="662"/>
                    <a:pt x="5451" y="819"/>
                    <a:pt x="5451" y="1008"/>
                  </a:cubicBezTo>
                  <a:cubicBezTo>
                    <a:pt x="5451" y="1229"/>
                    <a:pt x="5294" y="1386"/>
                    <a:pt x="5105" y="1386"/>
                  </a:cubicBezTo>
                  <a:lnTo>
                    <a:pt x="1009" y="1386"/>
                  </a:lnTo>
                  <a:cubicBezTo>
                    <a:pt x="820" y="1355"/>
                    <a:pt x="662" y="1229"/>
                    <a:pt x="662" y="1008"/>
                  </a:cubicBezTo>
                  <a:cubicBezTo>
                    <a:pt x="662" y="819"/>
                    <a:pt x="820" y="662"/>
                    <a:pt x="1009" y="662"/>
                  </a:cubicBezTo>
                  <a:close/>
                  <a:moveTo>
                    <a:pt x="1009" y="0"/>
                  </a:moveTo>
                  <a:cubicBezTo>
                    <a:pt x="473" y="0"/>
                    <a:pt x="1" y="473"/>
                    <a:pt x="1" y="1008"/>
                  </a:cubicBezTo>
                  <a:cubicBezTo>
                    <a:pt x="1" y="1575"/>
                    <a:pt x="473" y="2048"/>
                    <a:pt x="1009" y="2048"/>
                  </a:cubicBezTo>
                  <a:lnTo>
                    <a:pt x="10618" y="2048"/>
                  </a:lnTo>
                  <a:cubicBezTo>
                    <a:pt x="11185" y="2048"/>
                    <a:pt x="11658" y="1575"/>
                    <a:pt x="11658" y="1008"/>
                  </a:cubicBezTo>
                  <a:cubicBezTo>
                    <a:pt x="11658" y="473"/>
                    <a:pt x="11217" y="0"/>
                    <a:pt x="106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05" name="Google Shape;2205;p40"/>
            <p:cNvSpPr/>
            <p:nvPr/>
          </p:nvSpPr>
          <p:spPr>
            <a:xfrm>
              <a:off x="-3035250" y="2103000"/>
              <a:ext cx="104000" cy="118500"/>
            </a:xfrm>
            <a:custGeom>
              <a:avLst/>
              <a:gdLst/>
              <a:ahLst/>
              <a:cxnLst/>
              <a:rect l="l" t="t" r="r" b="b"/>
              <a:pathLst>
                <a:path w="4160" h="4740" extrusionOk="0">
                  <a:moveTo>
                    <a:pt x="662" y="896"/>
                  </a:moveTo>
                  <a:lnTo>
                    <a:pt x="3056" y="2346"/>
                  </a:lnTo>
                  <a:lnTo>
                    <a:pt x="662" y="3826"/>
                  </a:lnTo>
                  <a:lnTo>
                    <a:pt x="662" y="896"/>
                  </a:lnTo>
                  <a:close/>
                  <a:moveTo>
                    <a:pt x="322" y="1"/>
                  </a:moveTo>
                  <a:cubicBezTo>
                    <a:pt x="144" y="1"/>
                    <a:pt x="0" y="131"/>
                    <a:pt x="0" y="298"/>
                  </a:cubicBezTo>
                  <a:lnTo>
                    <a:pt x="0" y="4425"/>
                  </a:lnTo>
                  <a:cubicBezTo>
                    <a:pt x="0" y="4607"/>
                    <a:pt x="132" y="4740"/>
                    <a:pt x="301" y="4740"/>
                  </a:cubicBezTo>
                  <a:cubicBezTo>
                    <a:pt x="365" y="4740"/>
                    <a:pt x="435" y="4720"/>
                    <a:pt x="504" y="4677"/>
                  </a:cubicBezTo>
                  <a:lnTo>
                    <a:pt x="3939" y="2629"/>
                  </a:lnTo>
                  <a:cubicBezTo>
                    <a:pt x="4159" y="2535"/>
                    <a:pt x="4159" y="2219"/>
                    <a:pt x="3939" y="2093"/>
                  </a:cubicBezTo>
                  <a:lnTo>
                    <a:pt x="504" y="46"/>
                  </a:lnTo>
                  <a:cubicBezTo>
                    <a:pt x="443" y="15"/>
                    <a:pt x="381" y="1"/>
                    <a:pt x="32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grpSp>
      <p:grpSp>
        <p:nvGrpSpPr>
          <p:cNvPr id="2206" name="Google Shape;2206;p40"/>
          <p:cNvGrpSpPr/>
          <p:nvPr/>
        </p:nvGrpSpPr>
        <p:grpSpPr>
          <a:xfrm>
            <a:off x="4361602" y="1908360"/>
            <a:ext cx="420796" cy="421770"/>
            <a:chOff x="-3137650" y="2408950"/>
            <a:chExt cx="291450" cy="292125"/>
          </a:xfrm>
        </p:grpSpPr>
        <p:sp>
          <p:nvSpPr>
            <p:cNvPr id="2207" name="Google Shape;2207;p40"/>
            <p:cNvSpPr/>
            <p:nvPr/>
          </p:nvSpPr>
          <p:spPr>
            <a:xfrm>
              <a:off x="-3137650" y="2408950"/>
              <a:ext cx="291450" cy="292125"/>
            </a:xfrm>
            <a:custGeom>
              <a:avLst/>
              <a:gdLst/>
              <a:ahLst/>
              <a:cxnLst/>
              <a:rect l="l" t="t" r="r" b="b"/>
              <a:pathLst>
                <a:path w="11658" h="11685" extrusionOk="0">
                  <a:moveTo>
                    <a:pt x="10618" y="662"/>
                  </a:moveTo>
                  <a:cubicBezTo>
                    <a:pt x="10807" y="662"/>
                    <a:pt x="10964" y="851"/>
                    <a:pt x="10964" y="1040"/>
                  </a:cubicBezTo>
                  <a:lnTo>
                    <a:pt x="10964" y="2741"/>
                  </a:lnTo>
                  <a:lnTo>
                    <a:pt x="662" y="2741"/>
                  </a:lnTo>
                  <a:lnTo>
                    <a:pt x="662" y="1040"/>
                  </a:lnTo>
                  <a:cubicBezTo>
                    <a:pt x="662" y="851"/>
                    <a:pt x="820" y="662"/>
                    <a:pt x="1009" y="662"/>
                  </a:cubicBezTo>
                  <a:close/>
                  <a:moveTo>
                    <a:pt x="10964" y="3403"/>
                  </a:moveTo>
                  <a:lnTo>
                    <a:pt x="10964" y="8601"/>
                  </a:lnTo>
                  <a:cubicBezTo>
                    <a:pt x="10964" y="8790"/>
                    <a:pt x="10838" y="8947"/>
                    <a:pt x="10618" y="8947"/>
                  </a:cubicBezTo>
                  <a:lnTo>
                    <a:pt x="10145" y="8947"/>
                  </a:lnTo>
                  <a:cubicBezTo>
                    <a:pt x="10208" y="8727"/>
                    <a:pt x="10240" y="8443"/>
                    <a:pt x="10240" y="8160"/>
                  </a:cubicBezTo>
                  <a:lnTo>
                    <a:pt x="10240" y="5860"/>
                  </a:lnTo>
                  <a:cubicBezTo>
                    <a:pt x="10240" y="5673"/>
                    <a:pt x="10058" y="5531"/>
                    <a:pt x="9868" y="5531"/>
                  </a:cubicBezTo>
                  <a:cubicBezTo>
                    <a:pt x="9835" y="5531"/>
                    <a:pt x="9801" y="5535"/>
                    <a:pt x="9767" y="5545"/>
                  </a:cubicBezTo>
                  <a:cubicBezTo>
                    <a:pt x="9545" y="5641"/>
                    <a:pt x="9341" y="5691"/>
                    <a:pt x="9142" y="5691"/>
                  </a:cubicBezTo>
                  <a:cubicBezTo>
                    <a:pt x="8693" y="5691"/>
                    <a:pt x="8275" y="5439"/>
                    <a:pt x="7751" y="4915"/>
                  </a:cubicBezTo>
                  <a:cubicBezTo>
                    <a:pt x="7688" y="4868"/>
                    <a:pt x="7601" y="4844"/>
                    <a:pt x="7515" y="4844"/>
                  </a:cubicBezTo>
                  <a:cubicBezTo>
                    <a:pt x="7428" y="4844"/>
                    <a:pt x="7341" y="4868"/>
                    <a:pt x="7278" y="4915"/>
                  </a:cubicBezTo>
                  <a:cubicBezTo>
                    <a:pt x="6753" y="5440"/>
                    <a:pt x="6334" y="5677"/>
                    <a:pt x="5884" y="5677"/>
                  </a:cubicBezTo>
                  <a:cubicBezTo>
                    <a:pt x="5686" y="5677"/>
                    <a:pt x="5483" y="5631"/>
                    <a:pt x="5262" y="5545"/>
                  </a:cubicBezTo>
                  <a:cubicBezTo>
                    <a:pt x="5229" y="5535"/>
                    <a:pt x="5195" y="5531"/>
                    <a:pt x="5161" y="5531"/>
                  </a:cubicBezTo>
                  <a:cubicBezTo>
                    <a:pt x="4971" y="5531"/>
                    <a:pt x="4789" y="5673"/>
                    <a:pt x="4789" y="5860"/>
                  </a:cubicBezTo>
                  <a:lnTo>
                    <a:pt x="4789" y="8160"/>
                  </a:lnTo>
                  <a:cubicBezTo>
                    <a:pt x="4789" y="8443"/>
                    <a:pt x="4821" y="8664"/>
                    <a:pt x="4884" y="8947"/>
                  </a:cubicBezTo>
                  <a:lnTo>
                    <a:pt x="1009" y="8947"/>
                  </a:lnTo>
                  <a:cubicBezTo>
                    <a:pt x="820" y="8947"/>
                    <a:pt x="662" y="8790"/>
                    <a:pt x="662" y="8601"/>
                  </a:cubicBezTo>
                  <a:lnTo>
                    <a:pt x="662" y="3403"/>
                  </a:lnTo>
                  <a:close/>
                  <a:moveTo>
                    <a:pt x="7152" y="5923"/>
                  </a:moveTo>
                  <a:lnTo>
                    <a:pt x="7152" y="10838"/>
                  </a:lnTo>
                  <a:cubicBezTo>
                    <a:pt x="6144" y="10365"/>
                    <a:pt x="5451" y="9357"/>
                    <a:pt x="5451" y="8160"/>
                  </a:cubicBezTo>
                  <a:lnTo>
                    <a:pt x="5451" y="6301"/>
                  </a:lnTo>
                  <a:cubicBezTo>
                    <a:pt x="5604" y="6330"/>
                    <a:pt x="5750" y="6344"/>
                    <a:pt x="5891" y="6344"/>
                  </a:cubicBezTo>
                  <a:cubicBezTo>
                    <a:pt x="6359" y="6344"/>
                    <a:pt x="6765" y="6189"/>
                    <a:pt x="7152" y="5923"/>
                  </a:cubicBezTo>
                  <a:close/>
                  <a:moveTo>
                    <a:pt x="7877" y="5923"/>
                  </a:moveTo>
                  <a:cubicBezTo>
                    <a:pt x="8242" y="6166"/>
                    <a:pt x="8644" y="6353"/>
                    <a:pt x="9128" y="6353"/>
                  </a:cubicBezTo>
                  <a:cubicBezTo>
                    <a:pt x="9271" y="6353"/>
                    <a:pt x="9420" y="6337"/>
                    <a:pt x="9578" y="6301"/>
                  </a:cubicBezTo>
                  <a:lnTo>
                    <a:pt x="9578" y="8160"/>
                  </a:lnTo>
                  <a:cubicBezTo>
                    <a:pt x="9547" y="9357"/>
                    <a:pt x="8885" y="10365"/>
                    <a:pt x="7877" y="10838"/>
                  </a:cubicBezTo>
                  <a:lnTo>
                    <a:pt x="7877" y="5923"/>
                  </a:lnTo>
                  <a:close/>
                  <a:moveTo>
                    <a:pt x="1009" y="0"/>
                  </a:moveTo>
                  <a:cubicBezTo>
                    <a:pt x="473" y="0"/>
                    <a:pt x="1" y="473"/>
                    <a:pt x="1" y="1040"/>
                  </a:cubicBezTo>
                  <a:lnTo>
                    <a:pt x="1" y="8601"/>
                  </a:lnTo>
                  <a:cubicBezTo>
                    <a:pt x="1" y="9136"/>
                    <a:pt x="473" y="9609"/>
                    <a:pt x="1009" y="9609"/>
                  </a:cubicBezTo>
                  <a:lnTo>
                    <a:pt x="5073" y="9609"/>
                  </a:lnTo>
                  <a:cubicBezTo>
                    <a:pt x="5199" y="9893"/>
                    <a:pt x="5357" y="10145"/>
                    <a:pt x="5514" y="10365"/>
                  </a:cubicBezTo>
                  <a:cubicBezTo>
                    <a:pt x="5987" y="10995"/>
                    <a:pt x="6617" y="11436"/>
                    <a:pt x="7404" y="11657"/>
                  </a:cubicBezTo>
                  <a:cubicBezTo>
                    <a:pt x="7446" y="11657"/>
                    <a:pt x="7488" y="11685"/>
                    <a:pt x="7530" y="11685"/>
                  </a:cubicBezTo>
                  <a:cubicBezTo>
                    <a:pt x="7551" y="11685"/>
                    <a:pt x="7572" y="11678"/>
                    <a:pt x="7593" y="11657"/>
                  </a:cubicBezTo>
                  <a:cubicBezTo>
                    <a:pt x="8350" y="11436"/>
                    <a:pt x="9011" y="10995"/>
                    <a:pt x="9484" y="10365"/>
                  </a:cubicBezTo>
                  <a:cubicBezTo>
                    <a:pt x="9641" y="10145"/>
                    <a:pt x="9799" y="9893"/>
                    <a:pt x="9925" y="9609"/>
                  </a:cubicBezTo>
                  <a:lnTo>
                    <a:pt x="10618" y="9609"/>
                  </a:lnTo>
                  <a:cubicBezTo>
                    <a:pt x="11185" y="9609"/>
                    <a:pt x="11658" y="9136"/>
                    <a:pt x="11658" y="8601"/>
                  </a:cubicBezTo>
                  <a:lnTo>
                    <a:pt x="11658" y="1040"/>
                  </a:lnTo>
                  <a:cubicBezTo>
                    <a:pt x="11658" y="473"/>
                    <a:pt x="11217" y="0"/>
                    <a:pt x="106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08" name="Google Shape;2208;p40"/>
            <p:cNvSpPr/>
            <p:nvPr/>
          </p:nvSpPr>
          <p:spPr>
            <a:xfrm>
              <a:off x="-3104575" y="24428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09" name="Google Shape;2209;p40"/>
            <p:cNvSpPr/>
            <p:nvPr/>
          </p:nvSpPr>
          <p:spPr>
            <a:xfrm>
              <a:off x="-306990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0" name="Google Shape;2210;p40"/>
            <p:cNvSpPr/>
            <p:nvPr/>
          </p:nvSpPr>
          <p:spPr>
            <a:xfrm>
              <a:off x="-303525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1" name="Google Shape;2211;p40"/>
            <p:cNvSpPr/>
            <p:nvPr/>
          </p:nvSpPr>
          <p:spPr>
            <a:xfrm>
              <a:off x="-3002175" y="2442800"/>
              <a:ext cx="120525" cy="17350"/>
            </a:xfrm>
            <a:custGeom>
              <a:avLst/>
              <a:gdLst/>
              <a:ahLst/>
              <a:cxnLst/>
              <a:rect l="l" t="t" r="r" b="b"/>
              <a:pathLst>
                <a:path w="4821" h="694" extrusionOk="0">
                  <a:moveTo>
                    <a:pt x="347" y="1"/>
                  </a:moveTo>
                  <a:cubicBezTo>
                    <a:pt x="158" y="1"/>
                    <a:pt x="1" y="158"/>
                    <a:pt x="1" y="347"/>
                  </a:cubicBezTo>
                  <a:cubicBezTo>
                    <a:pt x="32" y="536"/>
                    <a:pt x="190" y="694"/>
                    <a:pt x="347" y="694"/>
                  </a:cubicBezTo>
                  <a:lnTo>
                    <a:pt x="4443" y="694"/>
                  </a:lnTo>
                  <a:cubicBezTo>
                    <a:pt x="4663" y="694"/>
                    <a:pt x="4821" y="536"/>
                    <a:pt x="4821" y="347"/>
                  </a:cubicBezTo>
                  <a:cubicBezTo>
                    <a:pt x="4821" y="158"/>
                    <a:pt x="4663" y="1"/>
                    <a:pt x="444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grpSp>
      <p:grpSp>
        <p:nvGrpSpPr>
          <p:cNvPr id="2212" name="Google Shape;2212;p40"/>
          <p:cNvGrpSpPr/>
          <p:nvPr/>
        </p:nvGrpSpPr>
        <p:grpSpPr>
          <a:xfrm>
            <a:off x="7027102" y="1909371"/>
            <a:ext cx="421914" cy="420759"/>
            <a:chOff x="-2571737" y="2403625"/>
            <a:chExt cx="292225" cy="291425"/>
          </a:xfrm>
        </p:grpSpPr>
        <p:sp>
          <p:nvSpPr>
            <p:cNvPr id="2213" name="Google Shape;2213;p40"/>
            <p:cNvSpPr/>
            <p:nvPr/>
          </p:nvSpPr>
          <p:spPr>
            <a:xfrm>
              <a:off x="-2571737" y="2403625"/>
              <a:ext cx="292225" cy="291425"/>
            </a:xfrm>
            <a:custGeom>
              <a:avLst/>
              <a:gdLst/>
              <a:ahLst/>
              <a:cxnLst/>
              <a:rect l="l" t="t" r="r" b="b"/>
              <a:pathLst>
                <a:path w="11689" h="11657" extrusionOk="0">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4" name="Google Shape;2214;p40"/>
            <p:cNvSpPr/>
            <p:nvPr/>
          </p:nvSpPr>
          <p:spPr>
            <a:xfrm>
              <a:off x="-2485967" y="2649150"/>
              <a:ext cx="173300" cy="18150"/>
            </a:xfrm>
            <a:custGeom>
              <a:avLst/>
              <a:gdLst/>
              <a:ahLst/>
              <a:cxnLst/>
              <a:rect l="l" t="t" r="r" b="b"/>
              <a:pathLst>
                <a:path w="6932" h="726" extrusionOk="0">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5" name="Google Shape;2215;p40"/>
            <p:cNvSpPr/>
            <p:nvPr/>
          </p:nvSpPr>
          <p:spPr>
            <a:xfrm>
              <a:off x="-2485967" y="2511325"/>
              <a:ext cx="173300" cy="18150"/>
            </a:xfrm>
            <a:custGeom>
              <a:avLst/>
              <a:gdLst/>
              <a:ahLst/>
              <a:cxnLst/>
              <a:rect l="l" t="t" r="r" b="b"/>
              <a:pathLst>
                <a:path w="6932" h="726" extrusionOk="0">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6" name="Google Shape;2216;p40"/>
            <p:cNvSpPr/>
            <p:nvPr/>
          </p:nvSpPr>
          <p:spPr>
            <a:xfrm>
              <a:off x="-2540185" y="2511325"/>
              <a:ext cx="18125" cy="18925"/>
            </a:xfrm>
            <a:custGeom>
              <a:avLst/>
              <a:gdLst/>
              <a:ahLst/>
              <a:cxnLst/>
              <a:rect l="l" t="t" r="r" b="b"/>
              <a:pathLst>
                <a:path w="725" h="757" extrusionOk="0">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7" name="Google Shape;2217;p40"/>
            <p:cNvSpPr/>
            <p:nvPr/>
          </p:nvSpPr>
          <p:spPr>
            <a:xfrm>
              <a:off x="-2485579" y="2580625"/>
              <a:ext cx="172525" cy="17350"/>
            </a:xfrm>
            <a:custGeom>
              <a:avLst/>
              <a:gdLst/>
              <a:ahLst/>
              <a:cxnLst/>
              <a:rect l="l" t="t" r="r" b="b"/>
              <a:pathLst>
                <a:path w="6901" h="694" extrusionOk="0">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8" name="Google Shape;2218;p40"/>
            <p:cNvSpPr/>
            <p:nvPr/>
          </p:nvSpPr>
          <p:spPr>
            <a:xfrm>
              <a:off x="-2540185" y="2580625"/>
              <a:ext cx="18125" cy="17350"/>
            </a:xfrm>
            <a:custGeom>
              <a:avLst/>
              <a:gdLst/>
              <a:ahLst/>
              <a:cxnLst/>
              <a:rect l="l" t="t" r="r" b="b"/>
              <a:pathLst>
                <a:path w="725" h="694" extrusionOk="0">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9" name="Google Shape;2219;p40"/>
            <p:cNvSpPr/>
            <p:nvPr/>
          </p:nvSpPr>
          <p:spPr>
            <a:xfrm>
              <a:off x="-2540185" y="2649150"/>
              <a:ext cx="18125" cy="18150"/>
            </a:xfrm>
            <a:custGeom>
              <a:avLst/>
              <a:gdLst/>
              <a:ahLst/>
              <a:cxnLst/>
              <a:rect l="l" t="t" r="r" b="b"/>
              <a:pathLst>
                <a:path w="725" h="726" extrusionOk="0">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197">
                                            <p:txEl>
                                              <p:pRg st="0" end="0"/>
                                            </p:txEl>
                                          </p:spTgt>
                                        </p:tgtEl>
                                        <p:attrNameLst>
                                          <p:attrName>style.visibility</p:attrName>
                                        </p:attrNameLst>
                                      </p:cBhvr>
                                      <p:to>
                                        <p:strVal val="visible"/>
                                      </p:to>
                                    </p:set>
                                    <p:anim calcmode="lin" valueType="num">
                                      <p:cBhvr additive="base">
                                        <p:cTn id="11" dur="500" fill="hold"/>
                                        <p:tgtEl>
                                          <p:spTgt spid="2197">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19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0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196">
                                            <p:txEl>
                                              <p:pRg st="0" end="0"/>
                                            </p:txEl>
                                          </p:spTgt>
                                        </p:tgtEl>
                                        <p:attrNameLst>
                                          <p:attrName>style.visibility</p:attrName>
                                        </p:attrNameLst>
                                      </p:cBhvr>
                                      <p:to>
                                        <p:strVal val="visible"/>
                                      </p:to>
                                    </p:set>
                                    <p:anim calcmode="lin" valueType="num">
                                      <p:cBhvr additive="base">
                                        <p:cTn id="21" dur="500" fill="hold"/>
                                        <p:tgtEl>
                                          <p:spTgt spid="2196">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19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198">
                                            <p:txEl>
                                              <p:pRg st="0" end="0"/>
                                            </p:txEl>
                                          </p:spTgt>
                                        </p:tgtEl>
                                        <p:attrNameLst>
                                          <p:attrName>style.visibility</p:attrName>
                                        </p:attrNameLst>
                                      </p:cBhvr>
                                      <p:to>
                                        <p:strVal val="visible"/>
                                      </p:to>
                                    </p:set>
                                    <p:anim calcmode="lin" valueType="num">
                                      <p:cBhvr additive="base">
                                        <p:cTn id="31" dur="500" fill="hold"/>
                                        <p:tgtEl>
                                          <p:spTgt spid="2198">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19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6" grpId="0" build="p"/>
      <p:bldP spid="2197" grpId="0" build="p"/>
      <p:bldP spid="2198"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23"/>
        <p:cNvGrpSpPr/>
        <p:nvPr/>
      </p:nvGrpSpPr>
      <p:grpSpPr>
        <a:xfrm>
          <a:off x="0" y="0"/>
          <a:ext cx="0" cy="0"/>
          <a:chOff x="0" y="0"/>
          <a:chExt cx="0" cy="0"/>
        </a:xfrm>
      </p:grpSpPr>
      <p:sp>
        <p:nvSpPr>
          <p:cNvPr id="2224" name="Google Shape;2224;p41"/>
          <p:cNvSpPr txBox="1">
            <a:spLocks noGrp="1"/>
          </p:cNvSpPr>
          <p:nvPr>
            <p:ph type="title"/>
          </p:nvPr>
        </p:nvSpPr>
        <p:spPr>
          <a:xfrm>
            <a:off x="1568775" y="442350"/>
            <a:ext cx="6006300" cy="59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Our Solutions</a:t>
            </a:r>
            <a:endParaRPr lang="en-GB"/>
          </a:p>
        </p:txBody>
      </p:sp>
      <p:sp>
        <p:nvSpPr>
          <p:cNvPr id="2225" name="Google Shape;2225;p41"/>
          <p:cNvSpPr txBox="1">
            <a:spLocks noGrp="1"/>
          </p:cNvSpPr>
          <p:nvPr>
            <p:ph type="subTitle" idx="1"/>
          </p:nvPr>
        </p:nvSpPr>
        <p:spPr>
          <a:xfrm>
            <a:off x="1709928" y="1545336"/>
            <a:ext cx="19452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smtClean="0">
                <a:solidFill>
                  <a:schemeClr val="accent3">
                    <a:lumMod val="25000"/>
                  </a:schemeClr>
                </a:solidFill>
              </a:rPr>
              <a:t>F</a:t>
            </a:r>
            <a:r>
              <a:rPr lang="en-GB" sz="1800" dirty="0" smtClean="0">
                <a:solidFill>
                  <a:schemeClr val="accent3">
                    <a:lumMod val="25000"/>
                  </a:schemeClr>
                </a:solidFill>
              </a:rPr>
              <a:t>ace detection </a:t>
            </a:r>
            <a:endParaRPr dirty="0">
              <a:solidFill>
                <a:schemeClr val="accent3">
                  <a:lumMod val="25000"/>
                </a:schemeClr>
              </a:solidFill>
            </a:endParaRPr>
          </a:p>
        </p:txBody>
      </p:sp>
      <p:sp>
        <p:nvSpPr>
          <p:cNvPr id="2226" name="Google Shape;2226;p41"/>
          <p:cNvSpPr txBox="1">
            <a:spLocks noGrp="1"/>
          </p:cNvSpPr>
          <p:nvPr>
            <p:ph type="subTitle" idx="2"/>
          </p:nvPr>
        </p:nvSpPr>
        <p:spPr>
          <a:xfrm>
            <a:off x="1709928" y="1938528"/>
            <a:ext cx="1945200" cy="93975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solidFill>
                  <a:schemeClr val="dk2"/>
                </a:solidFill>
                <a:latin typeface="Times New Roman" panose="02020603050405020304" pitchFamily="18" charset="0"/>
                <a:cs typeface="Times New Roman" panose="02020603050405020304" pitchFamily="18" charset="0"/>
                <a:sym typeface="Barlow Semi Condensed"/>
              </a:rPr>
              <a:t>F</a:t>
            </a:r>
            <a:r>
              <a:rPr lang="en-GB" dirty="0" smtClean="0">
                <a:solidFill>
                  <a:schemeClr val="dk2"/>
                </a:solidFill>
                <a:latin typeface="Times New Roman" panose="02020603050405020304" pitchFamily="18" charset="0"/>
                <a:cs typeface="Times New Roman" panose="02020603050405020304" pitchFamily="18" charset="0"/>
                <a:sym typeface="Barlow Semi Condensed"/>
              </a:rPr>
              <a:t>or this problem we used openCV to detect the faces</a:t>
            </a:r>
            <a:endParaRPr sz="1050" dirty="0">
              <a:latin typeface="Times New Roman" panose="02020603050405020304" pitchFamily="18" charset="0"/>
              <a:cs typeface="Times New Roman" panose="02020603050405020304" pitchFamily="18" charset="0"/>
              <a:sym typeface="Barlow Semi Condensed"/>
            </a:endParaRPr>
          </a:p>
        </p:txBody>
      </p:sp>
      <p:sp>
        <p:nvSpPr>
          <p:cNvPr id="2227" name="Google Shape;2227;p41"/>
          <p:cNvSpPr txBox="1">
            <a:spLocks noGrp="1"/>
          </p:cNvSpPr>
          <p:nvPr>
            <p:ph type="subTitle" idx="3"/>
          </p:nvPr>
        </p:nvSpPr>
        <p:spPr>
          <a:xfrm>
            <a:off x="5969556" y="1453528"/>
            <a:ext cx="2231552" cy="64714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800" dirty="0" smtClean="0">
                <a:solidFill>
                  <a:schemeClr val="accent3">
                    <a:lumMod val="25000"/>
                  </a:schemeClr>
                </a:solidFill>
              </a:rPr>
              <a:t>emotions and gender</a:t>
            </a:r>
            <a:endParaRPr lang="en-GB" sz="1800" dirty="0" smtClean="0">
              <a:solidFill>
                <a:schemeClr val="accent3">
                  <a:lumMod val="25000"/>
                </a:schemeClr>
              </a:solidFill>
            </a:endParaRPr>
          </a:p>
          <a:p>
            <a:pPr marL="0" lvl="0" indent="0" algn="l" rtl="0">
              <a:spcBef>
                <a:spcPts val="0"/>
              </a:spcBef>
              <a:spcAft>
                <a:spcPts val="0"/>
              </a:spcAft>
              <a:buNone/>
            </a:pPr>
            <a:r>
              <a:rPr lang="en-US" sz="1800" dirty="0" smtClean="0">
                <a:solidFill>
                  <a:schemeClr val="accent3">
                    <a:lumMod val="25000"/>
                  </a:schemeClr>
                </a:solidFill>
              </a:rPr>
              <a:t>       C</a:t>
            </a:r>
            <a:r>
              <a:rPr lang="en-GB" sz="1800" dirty="0" smtClean="0">
                <a:solidFill>
                  <a:schemeClr val="accent3">
                    <a:lumMod val="25000"/>
                  </a:schemeClr>
                </a:solidFill>
              </a:rPr>
              <a:t>lassification  </a:t>
            </a:r>
            <a:endParaRPr dirty="0">
              <a:solidFill>
                <a:schemeClr val="accent3">
                  <a:lumMod val="25000"/>
                </a:schemeClr>
              </a:solidFill>
            </a:endParaRPr>
          </a:p>
        </p:txBody>
      </p:sp>
      <p:sp>
        <p:nvSpPr>
          <p:cNvPr id="2228" name="Google Shape;2228;p41"/>
          <p:cNvSpPr txBox="1">
            <a:spLocks noGrp="1"/>
          </p:cNvSpPr>
          <p:nvPr>
            <p:ph type="subTitle" idx="4"/>
          </p:nvPr>
        </p:nvSpPr>
        <p:spPr>
          <a:xfrm>
            <a:off x="5969555" y="2088133"/>
            <a:ext cx="2663165" cy="150545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solidFill>
                  <a:schemeClr val="dk2"/>
                </a:solidFill>
                <a:latin typeface="Times New Roman" panose="02020603050405020304" pitchFamily="18" charset="0"/>
                <a:ea typeface="Tahoma" panose="020B0604030504040204" pitchFamily="34" charset="0"/>
                <a:cs typeface="Times New Roman" panose="02020603050405020304" pitchFamily="18" charset="0"/>
                <a:sym typeface="Barlow Semi Condensed"/>
              </a:rPr>
              <a:t>F</a:t>
            </a:r>
            <a:r>
              <a:rPr lang="en-GB" dirty="0" smtClean="0">
                <a:solidFill>
                  <a:schemeClr val="dk2"/>
                </a:solidFill>
                <a:latin typeface="Times New Roman" panose="02020603050405020304" pitchFamily="18" charset="0"/>
                <a:ea typeface="Tahoma" panose="020B0604030504040204" pitchFamily="34" charset="0"/>
                <a:cs typeface="Times New Roman" panose="02020603050405020304" pitchFamily="18" charset="0"/>
                <a:sym typeface="Barlow Semi Condensed"/>
              </a:rPr>
              <a:t>or this we will use the CNN algorithm to classify an input images into one of the</a:t>
            </a:r>
            <a:r>
              <a:rPr lang="en-GB" dirty="0" smtClean="0">
                <a:latin typeface="Times New Roman" panose="02020603050405020304" pitchFamily="18" charset="0"/>
                <a:ea typeface="Tahoma" panose="020B0604030504040204" pitchFamily="34" charset="0"/>
                <a:cs typeface="Times New Roman" panose="02020603050405020304" pitchFamily="18" charset="0"/>
              </a:rPr>
              <a:t>7</a:t>
            </a:r>
            <a:r>
              <a:rPr lang="en-GB" baseline="30000" dirty="0" smtClean="0">
                <a:latin typeface="Times New Roman" panose="02020603050405020304" pitchFamily="18" charset="0"/>
                <a:ea typeface="Tahoma" panose="020B0604030504040204" pitchFamily="34" charset="0"/>
                <a:cs typeface="Times New Roman" panose="02020603050405020304" pitchFamily="18" charset="0"/>
              </a:rPr>
              <a:t>th</a:t>
            </a:r>
            <a:r>
              <a:rPr lang="en-GB" dirty="0" smtClean="0">
                <a:latin typeface="Times New Roman" panose="02020603050405020304" pitchFamily="18" charset="0"/>
                <a:ea typeface="Tahoma" panose="020B0604030504040204" pitchFamily="34" charset="0"/>
                <a:cs typeface="Times New Roman" panose="02020603050405020304" pitchFamily="18" charset="0"/>
              </a:rPr>
              <a:t> classe also as the gender </a:t>
            </a:r>
            <a:r>
              <a:rPr lang="en-GB" dirty="0" smtClean="0">
                <a:solidFill>
                  <a:schemeClr val="dk2"/>
                </a:solidFill>
                <a:latin typeface="Times New Roman" panose="02020603050405020304" pitchFamily="18" charset="0"/>
                <a:ea typeface="Tahoma" panose="020B0604030504040204" pitchFamily="34" charset="0"/>
                <a:cs typeface="Times New Roman" panose="02020603050405020304" pitchFamily="18" charset="0"/>
                <a:sym typeface="Barlow Semi Condensed"/>
              </a:rPr>
              <a:t> </a:t>
            </a:r>
            <a:endParaRPr dirty="0">
              <a:latin typeface="Times New Roman" panose="02020603050405020304" pitchFamily="18" charset="0"/>
              <a:ea typeface="Tahoma" panose="020B0604030504040204" pitchFamily="34" charset="0"/>
              <a:cs typeface="Times New Roman" panose="02020603050405020304" pitchFamily="18" charset="0"/>
              <a:sym typeface="Barlow Semi Condensed"/>
            </a:endParaRPr>
          </a:p>
        </p:txBody>
      </p:sp>
      <p:sp>
        <p:nvSpPr>
          <p:cNvPr id="2229" name="Google Shape;2229;p41"/>
          <p:cNvSpPr txBox="1">
            <a:spLocks noGrp="1"/>
          </p:cNvSpPr>
          <p:nvPr>
            <p:ph type="subTitle" idx="5"/>
          </p:nvPr>
        </p:nvSpPr>
        <p:spPr>
          <a:xfrm>
            <a:off x="4011663" y="3605985"/>
            <a:ext cx="215385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800" dirty="0" smtClean="0">
                <a:solidFill>
                  <a:schemeClr val="accent3">
                    <a:lumMod val="25000"/>
                  </a:schemeClr>
                </a:solidFill>
              </a:rPr>
              <a:t>Real time application </a:t>
            </a:r>
            <a:endParaRPr dirty="0">
              <a:solidFill>
                <a:schemeClr val="accent3">
                  <a:lumMod val="25000"/>
                </a:schemeClr>
              </a:solidFill>
            </a:endParaRPr>
          </a:p>
        </p:txBody>
      </p:sp>
      <p:sp>
        <p:nvSpPr>
          <p:cNvPr id="2230" name="Google Shape;2230;p41"/>
          <p:cNvSpPr txBox="1">
            <a:spLocks noGrp="1"/>
          </p:cNvSpPr>
          <p:nvPr>
            <p:ph type="subTitle" idx="6"/>
          </p:nvPr>
        </p:nvSpPr>
        <p:spPr>
          <a:xfrm>
            <a:off x="2825496" y="3593592"/>
            <a:ext cx="1945200" cy="75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smtClean="0">
                <a:solidFill>
                  <a:schemeClr val="dk2"/>
                </a:solidFill>
                <a:latin typeface="Barlow Semi Condensed"/>
                <a:ea typeface="Barlow Semi Condensed"/>
                <a:cs typeface="Barlow Semi Condensed"/>
                <a:sym typeface="Barlow Semi Condensed"/>
              </a:rPr>
              <a:t> </a:t>
            </a:r>
            <a:endParaRPr dirty="0">
              <a:latin typeface="Barlow Semi Condensed"/>
              <a:ea typeface="Barlow Semi Condensed"/>
              <a:cs typeface="Barlow Semi Condensed"/>
              <a:sym typeface="Barlow Semi Condensed"/>
            </a:endParaRPr>
          </a:p>
        </p:txBody>
      </p:sp>
      <p:sp>
        <p:nvSpPr>
          <p:cNvPr id="2232" name="Google Shape;2232;p41"/>
          <p:cNvSpPr txBox="1">
            <a:spLocks noGrp="1"/>
          </p:cNvSpPr>
          <p:nvPr>
            <p:ph type="subTitle" idx="8"/>
          </p:nvPr>
        </p:nvSpPr>
        <p:spPr>
          <a:xfrm>
            <a:off x="4087314" y="3966681"/>
            <a:ext cx="1993500" cy="75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solidFill>
                  <a:schemeClr val="dk2"/>
                </a:solidFill>
                <a:latin typeface="Times New Roman" panose="02020603050405020304" pitchFamily="18" charset="0"/>
                <a:cs typeface="Times New Roman" panose="02020603050405020304" pitchFamily="18" charset="0"/>
                <a:sym typeface="Barlow Semi Condensed"/>
              </a:rPr>
              <a:t>F</a:t>
            </a:r>
            <a:r>
              <a:rPr lang="en-GB" dirty="0" smtClean="0">
                <a:solidFill>
                  <a:schemeClr val="dk2"/>
                </a:solidFill>
                <a:latin typeface="Times New Roman" panose="02020603050405020304" pitchFamily="18" charset="0"/>
                <a:cs typeface="Times New Roman" panose="02020603050405020304" pitchFamily="18" charset="0"/>
                <a:sym typeface="Barlow Semi Condensed"/>
              </a:rPr>
              <a:t>or this we programed interfaces using to predict the emotion in real time </a:t>
            </a:r>
            <a:endParaRPr sz="1050" dirty="0">
              <a:latin typeface="Times New Roman" panose="02020603050405020304" pitchFamily="18" charset="0"/>
              <a:cs typeface="Times New Roman" panose="02020603050405020304" pitchFamily="18" charset="0"/>
              <a:sym typeface="Barlow Semi Condensed"/>
            </a:endParaRPr>
          </a:p>
        </p:txBody>
      </p:sp>
      <p:sp>
        <p:nvSpPr>
          <p:cNvPr id="2233" name="Google Shape;2233;p41"/>
          <p:cNvSpPr txBox="1"/>
          <p:nvPr/>
        </p:nvSpPr>
        <p:spPr>
          <a:xfrm>
            <a:off x="512064" y="1700784"/>
            <a:ext cx="1179600" cy="1079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7200" dirty="0">
                <a:solidFill>
                  <a:schemeClr val="accent3">
                    <a:lumMod val="25000"/>
                  </a:schemeClr>
                </a:solidFill>
                <a:latin typeface="Fjalla One"/>
                <a:ea typeface="Fjalla One"/>
                <a:cs typeface="Fjalla One"/>
                <a:sym typeface="Fjalla One"/>
              </a:rPr>
              <a:t>01</a:t>
            </a:r>
            <a:endParaRPr sz="7200" dirty="0">
              <a:solidFill>
                <a:schemeClr val="accent3">
                  <a:lumMod val="25000"/>
                </a:schemeClr>
              </a:solidFill>
              <a:latin typeface="Fjalla One"/>
              <a:ea typeface="Fjalla One"/>
              <a:cs typeface="Fjalla One"/>
              <a:sym typeface="Fjalla One"/>
            </a:endParaRPr>
          </a:p>
        </p:txBody>
      </p:sp>
      <p:sp>
        <p:nvSpPr>
          <p:cNvPr id="2234" name="Google Shape;2234;p41"/>
          <p:cNvSpPr txBox="1"/>
          <p:nvPr/>
        </p:nvSpPr>
        <p:spPr>
          <a:xfrm>
            <a:off x="2854761" y="3837018"/>
            <a:ext cx="1179600" cy="1074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7200" dirty="0">
                <a:solidFill>
                  <a:schemeClr val="accent3">
                    <a:lumMod val="25000"/>
                  </a:schemeClr>
                </a:solidFill>
                <a:latin typeface="Fjalla One"/>
                <a:ea typeface="Fjalla One"/>
                <a:cs typeface="Fjalla One"/>
                <a:sym typeface="Fjalla One"/>
              </a:rPr>
              <a:t>03</a:t>
            </a:r>
            <a:endParaRPr sz="7200" dirty="0">
              <a:solidFill>
                <a:schemeClr val="accent3">
                  <a:lumMod val="25000"/>
                </a:schemeClr>
              </a:solidFill>
              <a:latin typeface="Fjalla One"/>
              <a:ea typeface="Fjalla One"/>
              <a:cs typeface="Fjalla One"/>
              <a:sym typeface="Fjalla One"/>
            </a:endParaRPr>
          </a:p>
        </p:txBody>
      </p:sp>
      <p:sp>
        <p:nvSpPr>
          <p:cNvPr id="2236" name="Google Shape;2236;p41"/>
          <p:cNvSpPr txBox="1"/>
          <p:nvPr/>
        </p:nvSpPr>
        <p:spPr>
          <a:xfrm>
            <a:off x="4769560" y="1700784"/>
            <a:ext cx="1179600" cy="1079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7200" dirty="0">
                <a:solidFill>
                  <a:schemeClr val="accent3">
                    <a:lumMod val="25000"/>
                  </a:schemeClr>
                </a:solidFill>
                <a:latin typeface="Fjalla One"/>
                <a:ea typeface="Fjalla One"/>
                <a:cs typeface="Fjalla One"/>
                <a:sym typeface="Fjalla One"/>
              </a:rPr>
              <a:t>02</a:t>
            </a:r>
            <a:endParaRPr sz="7200" dirty="0">
              <a:solidFill>
                <a:schemeClr val="accent3">
                  <a:lumMod val="25000"/>
                </a:schemeClr>
              </a:solidFill>
              <a:latin typeface="Fjalla One"/>
              <a:ea typeface="Fjalla One"/>
              <a:cs typeface="Fjalla One"/>
              <a:sym typeface="Fjalla On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33"/>
                                        </p:tgtEl>
                                        <p:attrNameLst>
                                          <p:attrName>style.visibility</p:attrName>
                                        </p:attrNameLst>
                                      </p:cBhvr>
                                      <p:to>
                                        <p:strVal val="visible"/>
                                      </p:to>
                                    </p:set>
                                    <p:animEffect transition="in" filter="fade">
                                      <p:cBhvr>
                                        <p:cTn id="7" dur="500"/>
                                        <p:tgtEl>
                                          <p:spTgt spid="22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25">
                                            <p:txEl>
                                              <p:pRg st="0" end="0"/>
                                            </p:txEl>
                                          </p:spTgt>
                                        </p:tgtEl>
                                        <p:attrNameLst>
                                          <p:attrName>style.visibility</p:attrName>
                                        </p:attrNameLst>
                                      </p:cBhvr>
                                      <p:to>
                                        <p:strVal val="visible"/>
                                      </p:to>
                                    </p:set>
                                    <p:animEffect transition="in" filter="fade">
                                      <p:cBhvr>
                                        <p:cTn id="12" dur="500"/>
                                        <p:tgtEl>
                                          <p:spTgt spid="222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26">
                                            <p:txEl>
                                              <p:pRg st="0" end="0"/>
                                            </p:txEl>
                                          </p:spTgt>
                                        </p:tgtEl>
                                        <p:attrNameLst>
                                          <p:attrName>style.visibility</p:attrName>
                                        </p:attrNameLst>
                                      </p:cBhvr>
                                      <p:to>
                                        <p:strVal val="visible"/>
                                      </p:to>
                                    </p:set>
                                    <p:animEffect transition="in" filter="fade">
                                      <p:cBhvr>
                                        <p:cTn id="17" dur="500"/>
                                        <p:tgtEl>
                                          <p:spTgt spid="222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36"/>
                                        </p:tgtEl>
                                        <p:attrNameLst>
                                          <p:attrName>style.visibility</p:attrName>
                                        </p:attrNameLst>
                                      </p:cBhvr>
                                      <p:to>
                                        <p:strVal val="visible"/>
                                      </p:to>
                                    </p:set>
                                    <p:animEffect transition="in" filter="fade">
                                      <p:cBhvr>
                                        <p:cTn id="22" dur="500"/>
                                        <p:tgtEl>
                                          <p:spTgt spid="22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27">
                                            <p:txEl>
                                              <p:pRg st="0" end="0"/>
                                            </p:txEl>
                                          </p:spTgt>
                                        </p:tgtEl>
                                        <p:attrNameLst>
                                          <p:attrName>style.visibility</p:attrName>
                                        </p:attrNameLst>
                                      </p:cBhvr>
                                      <p:to>
                                        <p:strVal val="visible"/>
                                      </p:to>
                                    </p:set>
                                    <p:animEffect transition="in" filter="fade">
                                      <p:cBhvr>
                                        <p:cTn id="27" dur="500"/>
                                        <p:tgtEl>
                                          <p:spTgt spid="222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227">
                                            <p:txEl>
                                              <p:pRg st="1" end="1"/>
                                            </p:txEl>
                                          </p:spTgt>
                                        </p:tgtEl>
                                        <p:attrNameLst>
                                          <p:attrName>style.visibility</p:attrName>
                                        </p:attrNameLst>
                                      </p:cBhvr>
                                      <p:to>
                                        <p:strVal val="visible"/>
                                      </p:to>
                                    </p:set>
                                    <p:animEffect transition="in" filter="fade">
                                      <p:cBhvr>
                                        <p:cTn id="32" dur="500"/>
                                        <p:tgtEl>
                                          <p:spTgt spid="2227">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228">
                                            <p:txEl>
                                              <p:pRg st="0" end="0"/>
                                            </p:txEl>
                                          </p:spTgt>
                                        </p:tgtEl>
                                        <p:attrNameLst>
                                          <p:attrName>style.visibility</p:attrName>
                                        </p:attrNameLst>
                                      </p:cBhvr>
                                      <p:to>
                                        <p:strVal val="visible"/>
                                      </p:to>
                                    </p:set>
                                    <p:animEffect transition="in" filter="fade">
                                      <p:cBhvr>
                                        <p:cTn id="37" dur="500"/>
                                        <p:tgtEl>
                                          <p:spTgt spid="2228">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234"/>
                                        </p:tgtEl>
                                        <p:attrNameLst>
                                          <p:attrName>style.visibility</p:attrName>
                                        </p:attrNameLst>
                                      </p:cBhvr>
                                      <p:to>
                                        <p:strVal val="visible"/>
                                      </p:to>
                                    </p:set>
                                    <p:animEffect transition="in" filter="fade">
                                      <p:cBhvr>
                                        <p:cTn id="42" dur="500"/>
                                        <p:tgtEl>
                                          <p:spTgt spid="223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229">
                                            <p:txEl>
                                              <p:pRg st="0" end="0"/>
                                            </p:txEl>
                                          </p:spTgt>
                                        </p:tgtEl>
                                        <p:attrNameLst>
                                          <p:attrName>style.visibility</p:attrName>
                                        </p:attrNameLst>
                                      </p:cBhvr>
                                      <p:to>
                                        <p:strVal val="visible"/>
                                      </p:to>
                                    </p:set>
                                    <p:animEffect transition="in" filter="fade">
                                      <p:cBhvr>
                                        <p:cTn id="47" dur="500"/>
                                        <p:tgtEl>
                                          <p:spTgt spid="2229">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232">
                                            <p:txEl>
                                              <p:pRg st="0" end="0"/>
                                            </p:txEl>
                                          </p:spTgt>
                                        </p:tgtEl>
                                        <p:attrNameLst>
                                          <p:attrName>style.visibility</p:attrName>
                                        </p:attrNameLst>
                                      </p:cBhvr>
                                      <p:to>
                                        <p:strVal val="visible"/>
                                      </p:to>
                                    </p:set>
                                    <p:animEffect transition="in" filter="fade">
                                      <p:cBhvr>
                                        <p:cTn id="52" dur="500"/>
                                        <p:tgtEl>
                                          <p:spTgt spid="223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5" grpId="0" build="p"/>
      <p:bldP spid="2227" grpId="0" build="p"/>
      <p:bldP spid="2229" grpId="0" build="p"/>
      <p:bldP spid="2232" grpId="0" build="p"/>
      <p:bldP spid="2233" grpId="0"/>
      <p:bldP spid="2234" grpId="0"/>
      <p:bldP spid="223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35"/>
        <p:cNvGrpSpPr/>
        <p:nvPr/>
      </p:nvGrpSpPr>
      <p:grpSpPr>
        <a:xfrm>
          <a:off x="0" y="0"/>
          <a:ext cx="0" cy="0"/>
          <a:chOff x="0" y="0"/>
          <a:chExt cx="0" cy="0"/>
        </a:xfrm>
      </p:grpSpPr>
      <p:sp>
        <p:nvSpPr>
          <p:cNvPr id="2336" name="Google Shape;2336;p45"/>
          <p:cNvSpPr txBox="1">
            <a:spLocks noGrp="1"/>
          </p:cNvSpPr>
          <p:nvPr>
            <p:ph type="title"/>
          </p:nvPr>
        </p:nvSpPr>
        <p:spPr>
          <a:xfrm>
            <a:off x="2624327" y="1620753"/>
            <a:ext cx="4209091" cy="1902000"/>
          </a:xfrm>
          <a:prstGeom prst="rect">
            <a:avLst/>
          </a:prstGeom>
        </p:spPr>
        <p:txBody>
          <a:bodyPr spcFirstLastPara="1" wrap="square" lIns="91425" tIns="91425" rIns="91425" bIns="91425" anchor="ctr" anchorCtr="0">
            <a:noAutofit/>
          </a:bodyPr>
          <a:lstStyle/>
          <a:p>
            <a:pPr>
              <a:buSzPts val="3600"/>
            </a:pPr>
            <a:r>
              <a:rPr lang="en-US" sz="6000" dirty="0" smtClean="0">
                <a:solidFill>
                  <a:schemeClr val="accent2">
                    <a:lumMod val="25000"/>
                  </a:schemeClr>
                </a:solidFill>
              </a:rPr>
              <a:t>Dataset Description </a:t>
            </a:r>
            <a:endParaRPr sz="6000" dirty="0">
              <a:solidFill>
                <a:schemeClr val="accent2">
                  <a:lumMod val="2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336"/>
                                        </p:tgtEl>
                                        <p:attrNameLst>
                                          <p:attrName>style.visibility</p:attrName>
                                        </p:attrNameLst>
                                      </p:cBhvr>
                                      <p:to>
                                        <p:strVal val="visible"/>
                                      </p:to>
                                    </p:set>
                                    <p:animEffect transition="in" filter="fade">
                                      <p:cBhvr>
                                        <p:cTn id="7" dur="500"/>
                                        <p:tgtEl>
                                          <p:spTgt spid="23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19"/>
        <p:cNvGrpSpPr/>
        <p:nvPr/>
      </p:nvGrpSpPr>
      <p:grpSpPr>
        <a:xfrm>
          <a:off x="0" y="0"/>
          <a:ext cx="0" cy="0"/>
          <a:chOff x="0" y="0"/>
          <a:chExt cx="0" cy="0"/>
        </a:xfrm>
      </p:grpSpPr>
      <p:grpSp>
        <p:nvGrpSpPr>
          <p:cNvPr id="2626" name="Google Shape;2626;p47"/>
          <p:cNvGrpSpPr/>
          <p:nvPr/>
        </p:nvGrpSpPr>
        <p:grpSpPr>
          <a:xfrm>
            <a:off x="2025445" y="1189703"/>
            <a:ext cx="4822164" cy="865239"/>
            <a:chOff x="2771600" y="526920"/>
            <a:chExt cx="3480300" cy="1145100"/>
          </a:xfrm>
        </p:grpSpPr>
        <p:sp>
          <p:nvSpPr>
            <p:cNvPr id="2627" name="Google Shape;2627;p47"/>
            <p:cNvSpPr/>
            <p:nvPr/>
          </p:nvSpPr>
          <p:spPr>
            <a:xfrm>
              <a:off x="2771600" y="526920"/>
              <a:ext cx="3480300" cy="1145100"/>
            </a:xfrm>
            <a:prstGeom prst="roundRect">
              <a:avLst>
                <a:gd name="adj" fmla="val 16667"/>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28" name="Google Shape;2628;p47"/>
            <p:cNvSpPr/>
            <p:nvPr/>
          </p:nvSpPr>
          <p:spPr>
            <a:xfrm>
              <a:off x="2849650" y="606774"/>
              <a:ext cx="3324000" cy="985500"/>
            </a:xfrm>
            <a:prstGeom prst="roundRect">
              <a:avLst>
                <a:gd name="adj" fmla="val 16667"/>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dirty="0" smtClean="0"/>
                <a:t>We </a:t>
              </a:r>
              <a:r>
                <a:rPr lang="en-US" dirty="0" smtClean="0"/>
                <a:t>used the FER-2013 </a:t>
              </a:r>
              <a:r>
                <a:rPr lang="en-US" dirty="0" smtClean="0"/>
                <a:t>dataset that contain grayscale images to train the CNN model </a:t>
              </a:r>
              <a:endParaRPr dirty="0"/>
            </a:p>
          </p:txBody>
        </p:sp>
      </p:grpSp>
      <p:sp>
        <p:nvSpPr>
          <p:cNvPr id="6" name="Title 5"/>
          <p:cNvSpPr>
            <a:spLocks noGrp="1"/>
          </p:cNvSpPr>
          <p:nvPr>
            <p:ph type="title"/>
          </p:nvPr>
        </p:nvSpPr>
        <p:spPr>
          <a:xfrm>
            <a:off x="2171700" y="272286"/>
            <a:ext cx="4675909" cy="709979"/>
          </a:xfrm>
        </p:spPr>
        <p:txBody>
          <a:bodyPr/>
          <a:lstStyle/>
          <a:p>
            <a:r>
              <a:rPr lang="en-US" dirty="0" smtClean="0">
                <a:solidFill>
                  <a:schemeClr val="tx1"/>
                </a:solidFill>
              </a:rPr>
              <a:t>Datasets used </a:t>
            </a:r>
            <a:endParaRPr lang="en-US" dirty="0">
              <a:solidFill>
                <a:schemeClr val="tx1"/>
              </a:solidFill>
            </a:endParaRPr>
          </a:p>
        </p:txBody>
      </p:sp>
      <p:pic>
        <p:nvPicPr>
          <p:cNvPr id="7" name="Picture 6"/>
          <p:cNvPicPr>
            <a:picLocks noChangeAspect="1"/>
          </p:cNvPicPr>
          <p:nvPr/>
        </p:nvPicPr>
        <p:blipFill>
          <a:blip r:embed="rId1"/>
          <a:stretch>
            <a:fillRect/>
          </a:stretch>
        </p:blipFill>
        <p:spPr>
          <a:xfrm>
            <a:off x="2025445" y="2262380"/>
            <a:ext cx="5212080" cy="2679657"/>
          </a:xfrm>
          <a:prstGeom prst="rect">
            <a:avLst/>
          </a:prstGeom>
        </p:spPr>
      </p:pic>
      <p:pic>
        <p:nvPicPr>
          <p:cNvPr id="8" name="Picture 7"/>
          <p:cNvPicPr>
            <a:picLocks noChangeAspect="1"/>
          </p:cNvPicPr>
          <p:nvPr/>
        </p:nvPicPr>
        <p:blipFill rotWithShape="1">
          <a:blip r:embed="rId2"/>
          <a:srcRect t="315" r="84920"/>
          <a:stretch>
            <a:fillRect/>
          </a:stretch>
        </p:blipFill>
        <p:spPr>
          <a:xfrm>
            <a:off x="7409168" y="609600"/>
            <a:ext cx="960132" cy="4191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626"/>
                                        </p:tgtEl>
                                        <p:attrNameLst>
                                          <p:attrName>style.visibility</p:attrName>
                                        </p:attrNameLst>
                                      </p:cBhvr>
                                      <p:to>
                                        <p:strVal val="visible"/>
                                      </p:to>
                                    </p:set>
                                    <p:animEffect transition="in" filter="fade">
                                      <p:cBhvr>
                                        <p:cTn id="13" dur="500"/>
                                        <p:tgtEl>
                                          <p:spTgt spid="2626"/>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6"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arn(inHorizontal)">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37"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arn(outVertical)">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5"/>
          <p:cNvSpPr>
            <a:spLocks noGrp="1"/>
          </p:cNvSpPr>
          <p:nvPr>
            <p:ph type="title"/>
          </p:nvPr>
        </p:nvSpPr>
        <p:spPr>
          <a:xfrm>
            <a:off x="2171700" y="272286"/>
            <a:ext cx="4675909" cy="709979"/>
          </a:xfrm>
        </p:spPr>
        <p:txBody>
          <a:bodyPr/>
          <a:lstStyle/>
          <a:p>
            <a:r>
              <a:rPr lang="en-US" dirty="0" smtClean="0">
                <a:solidFill>
                  <a:schemeClr val="tx1"/>
                </a:solidFill>
              </a:rPr>
              <a:t>Datasets used </a:t>
            </a:r>
            <a:endParaRPr lang="en-US" dirty="0">
              <a:solidFill>
                <a:schemeClr val="tx1"/>
              </a:solidFill>
            </a:endParaRPr>
          </a:p>
        </p:txBody>
      </p:sp>
      <p:grpSp>
        <p:nvGrpSpPr>
          <p:cNvPr id="9" name="Google Shape;2626;p47"/>
          <p:cNvGrpSpPr/>
          <p:nvPr/>
        </p:nvGrpSpPr>
        <p:grpSpPr>
          <a:xfrm>
            <a:off x="2025445" y="1189703"/>
            <a:ext cx="4822164" cy="865239"/>
            <a:chOff x="2771600" y="526920"/>
            <a:chExt cx="3480300" cy="1145100"/>
          </a:xfrm>
        </p:grpSpPr>
        <p:sp>
          <p:nvSpPr>
            <p:cNvPr id="10" name="Google Shape;2627;p47"/>
            <p:cNvSpPr/>
            <p:nvPr/>
          </p:nvSpPr>
          <p:spPr>
            <a:xfrm>
              <a:off x="2771600" y="526920"/>
              <a:ext cx="3480300" cy="1145100"/>
            </a:xfrm>
            <a:prstGeom prst="roundRect">
              <a:avLst>
                <a:gd name="adj" fmla="val 16667"/>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 name="Google Shape;2628;p47"/>
            <p:cNvSpPr/>
            <p:nvPr/>
          </p:nvSpPr>
          <p:spPr>
            <a:xfrm>
              <a:off x="2849650" y="606774"/>
              <a:ext cx="3324000" cy="985500"/>
            </a:xfrm>
            <a:prstGeom prst="roundRect">
              <a:avLst>
                <a:gd name="adj" fmla="val 16667"/>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lvl="0"/>
              <a:r>
                <a:rPr lang="en-US" dirty="0" smtClean="0"/>
                <a:t>For gender recognition we used </a:t>
              </a:r>
              <a:r>
                <a:rPr lang="en-US" dirty="0"/>
                <a:t>The </a:t>
              </a:r>
              <a:r>
                <a:rPr lang="en-US" dirty="0" smtClean="0"/>
                <a:t>UTK-Face dataset, </a:t>
              </a:r>
              <a:r>
                <a:rPr lang="en-US" dirty="0" smtClean="0"/>
                <a:t>that </a:t>
              </a:r>
              <a:r>
                <a:rPr lang="en-US" dirty="0" smtClean="0"/>
                <a:t>contain grayscale images for </a:t>
              </a:r>
              <a:r>
                <a:rPr lang="en-US" dirty="0" smtClean="0"/>
                <a:t>gender recognition </a:t>
              </a:r>
              <a:endParaRPr dirty="0"/>
            </a:p>
          </p:txBody>
        </p:sp>
      </p:grpSp>
      <p:pic>
        <p:nvPicPr>
          <p:cNvPr id="13" name="Picture 12"/>
          <p:cNvPicPr>
            <a:picLocks noChangeAspect="1"/>
          </p:cNvPicPr>
          <p:nvPr/>
        </p:nvPicPr>
        <p:blipFill>
          <a:blip r:embed="rId1"/>
          <a:stretch>
            <a:fillRect/>
          </a:stretch>
        </p:blipFill>
        <p:spPr>
          <a:xfrm>
            <a:off x="2590366" y="2262380"/>
            <a:ext cx="3838575" cy="26574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down)">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35"/>
        <p:cNvGrpSpPr/>
        <p:nvPr/>
      </p:nvGrpSpPr>
      <p:grpSpPr>
        <a:xfrm>
          <a:off x="0" y="0"/>
          <a:ext cx="0" cy="0"/>
          <a:chOff x="0" y="0"/>
          <a:chExt cx="0" cy="0"/>
        </a:xfrm>
      </p:grpSpPr>
      <p:sp>
        <p:nvSpPr>
          <p:cNvPr id="2336" name="Google Shape;2336;p45"/>
          <p:cNvSpPr txBox="1">
            <a:spLocks noGrp="1"/>
          </p:cNvSpPr>
          <p:nvPr>
            <p:ph type="title"/>
          </p:nvPr>
        </p:nvSpPr>
        <p:spPr>
          <a:xfrm>
            <a:off x="2624327" y="1620753"/>
            <a:ext cx="4209091" cy="1902000"/>
          </a:xfrm>
          <a:prstGeom prst="rect">
            <a:avLst/>
          </a:prstGeom>
        </p:spPr>
        <p:txBody>
          <a:bodyPr spcFirstLastPara="1" wrap="square" lIns="91425" tIns="91425" rIns="91425" bIns="91425" anchor="ctr" anchorCtr="0">
            <a:noAutofit/>
          </a:bodyPr>
          <a:lstStyle/>
          <a:p>
            <a:pPr>
              <a:buSzPts val="3600"/>
            </a:pPr>
            <a:r>
              <a:rPr lang="en-US" sz="6000" dirty="0" smtClean="0">
                <a:solidFill>
                  <a:schemeClr val="accent2">
                    <a:lumMod val="25000"/>
                  </a:schemeClr>
                </a:solidFill>
              </a:rPr>
              <a:t>Algorithms</a:t>
            </a:r>
            <a:br>
              <a:rPr lang="en-US" sz="6000" dirty="0" smtClean="0">
                <a:solidFill>
                  <a:schemeClr val="accent2">
                    <a:lumMod val="25000"/>
                  </a:schemeClr>
                </a:solidFill>
              </a:rPr>
            </a:br>
            <a:r>
              <a:rPr lang="en-US" sz="6000" dirty="0" smtClean="0">
                <a:solidFill>
                  <a:schemeClr val="accent2">
                    <a:lumMod val="25000"/>
                  </a:schemeClr>
                </a:solidFill>
              </a:rPr>
              <a:t> </a:t>
            </a:r>
            <a:r>
              <a:rPr lang="en-US" sz="6000" dirty="0">
                <a:solidFill>
                  <a:schemeClr val="accent2">
                    <a:lumMod val="25000"/>
                  </a:schemeClr>
                </a:solidFill>
              </a:rPr>
              <a:t>Used </a:t>
            </a:r>
            <a:endParaRPr sz="6000" dirty="0">
              <a:solidFill>
                <a:schemeClr val="accent2">
                  <a:lumMod val="2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336"/>
                                        </p:tgtEl>
                                        <p:attrNameLst>
                                          <p:attrName>style.visibility</p:attrName>
                                        </p:attrNameLst>
                                      </p:cBhvr>
                                      <p:to>
                                        <p:strVal val="visible"/>
                                      </p:to>
                                    </p:set>
                                    <p:animEffect transition="in" filter="fade">
                                      <p:cBhvr>
                                        <p:cTn id="7" dur="500"/>
                                        <p:tgtEl>
                                          <p:spTgt spid="23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40"/>
        <p:cNvGrpSpPr/>
        <p:nvPr/>
      </p:nvGrpSpPr>
      <p:grpSpPr>
        <a:xfrm>
          <a:off x="0" y="0"/>
          <a:ext cx="0" cy="0"/>
          <a:chOff x="0" y="0"/>
          <a:chExt cx="0" cy="0"/>
        </a:xfrm>
      </p:grpSpPr>
      <p:sp>
        <p:nvSpPr>
          <p:cNvPr id="2342" name="Google Shape;2342;p46"/>
          <p:cNvSpPr txBox="1">
            <a:spLocks noGrp="1"/>
          </p:cNvSpPr>
          <p:nvPr>
            <p:ph type="title"/>
          </p:nvPr>
        </p:nvSpPr>
        <p:spPr>
          <a:xfrm>
            <a:off x="723750" y="526925"/>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dirty="0" smtClean="0">
                <a:solidFill>
                  <a:schemeClr val="dk2"/>
                </a:solidFill>
              </a:rPr>
              <a:t>CNN algorithm </a:t>
            </a:r>
            <a:endParaRPr dirty="0"/>
          </a:p>
        </p:txBody>
      </p:sp>
      <p:sp>
        <p:nvSpPr>
          <p:cNvPr id="277" name="Right Arrow 276"/>
          <p:cNvSpPr/>
          <p:nvPr/>
        </p:nvSpPr>
        <p:spPr>
          <a:xfrm>
            <a:off x="1246178" y="2547802"/>
            <a:ext cx="197006" cy="1633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278" name="Right Arrow 277"/>
          <p:cNvSpPr/>
          <p:nvPr/>
        </p:nvSpPr>
        <p:spPr>
          <a:xfrm>
            <a:off x="2679373" y="2531446"/>
            <a:ext cx="193273" cy="1633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279" name="Right Arrow 278"/>
          <p:cNvSpPr/>
          <p:nvPr/>
        </p:nvSpPr>
        <p:spPr>
          <a:xfrm>
            <a:off x="4186633" y="2547801"/>
            <a:ext cx="194753" cy="1633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grpSp>
        <p:nvGrpSpPr>
          <p:cNvPr id="280" name="Group 279"/>
          <p:cNvGrpSpPr/>
          <p:nvPr/>
        </p:nvGrpSpPr>
        <p:grpSpPr>
          <a:xfrm>
            <a:off x="387586" y="1891123"/>
            <a:ext cx="801202" cy="1576963"/>
            <a:chOff x="84356" y="1328057"/>
            <a:chExt cx="1531104" cy="3205078"/>
          </a:xfrm>
        </p:grpSpPr>
        <p:sp>
          <p:nvSpPr>
            <p:cNvPr id="281" name="Rectangle 280"/>
            <p:cNvSpPr/>
            <p:nvPr/>
          </p:nvSpPr>
          <p:spPr>
            <a:xfrm>
              <a:off x="120489" y="1328057"/>
              <a:ext cx="1494971"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60" dirty="0">
                  <a:solidFill>
                    <a:schemeClr val="accent5">
                      <a:lumMod val="50000"/>
                    </a:schemeClr>
                  </a:solidFill>
                  <a:latin typeface="Times New Roman" panose="02020603050405020304" pitchFamily="18" charset="0"/>
                  <a:cs typeface="Times New Roman" panose="02020603050405020304" pitchFamily="18" charset="0"/>
                </a:rPr>
                <a:t>Grayscale 48x48 image</a:t>
              </a:r>
              <a:endParaRPr lang="en-US" sz="860"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282" name="Rounded Rectangle 281"/>
            <p:cNvSpPr/>
            <p:nvPr/>
          </p:nvSpPr>
          <p:spPr>
            <a:xfrm>
              <a:off x="84356" y="1422387"/>
              <a:ext cx="1531104" cy="3110748"/>
            </a:xfrm>
            <a:prstGeom prst="round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grpSp>
      <p:grpSp>
        <p:nvGrpSpPr>
          <p:cNvPr id="283" name="Group 282"/>
          <p:cNvGrpSpPr/>
          <p:nvPr/>
        </p:nvGrpSpPr>
        <p:grpSpPr>
          <a:xfrm>
            <a:off x="1526388" y="1606057"/>
            <a:ext cx="1072030" cy="2258511"/>
            <a:chOff x="1803030" y="768485"/>
            <a:chExt cx="2508510" cy="5149907"/>
          </a:xfrm>
        </p:grpSpPr>
        <p:grpSp>
          <p:nvGrpSpPr>
            <p:cNvPr id="284" name="Group 283"/>
            <p:cNvGrpSpPr/>
            <p:nvPr/>
          </p:nvGrpSpPr>
          <p:grpSpPr>
            <a:xfrm>
              <a:off x="2300846" y="1851763"/>
              <a:ext cx="1396275" cy="1539240"/>
              <a:chOff x="2346458" y="2305594"/>
              <a:chExt cx="1792514" cy="1676400"/>
            </a:xfrm>
          </p:grpSpPr>
          <p:sp>
            <p:nvSpPr>
              <p:cNvPr id="296" name="Flowchart: Data 295"/>
              <p:cNvSpPr/>
              <p:nvPr/>
            </p:nvSpPr>
            <p:spPr>
              <a:xfrm flipH="1">
                <a:off x="2346458" y="2305594"/>
                <a:ext cx="1030514" cy="91440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297" name="Flowchart: Data 296"/>
              <p:cNvSpPr/>
              <p:nvPr/>
            </p:nvSpPr>
            <p:spPr>
              <a:xfrm flipH="1">
                <a:off x="2498858" y="2457994"/>
                <a:ext cx="1030514" cy="91440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298" name="Flowchart: Data 297"/>
              <p:cNvSpPr/>
              <p:nvPr/>
            </p:nvSpPr>
            <p:spPr>
              <a:xfrm flipH="1">
                <a:off x="2651258" y="2610394"/>
                <a:ext cx="1030514" cy="91440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299" name="Flowchart: Data 298"/>
              <p:cNvSpPr/>
              <p:nvPr/>
            </p:nvSpPr>
            <p:spPr>
              <a:xfrm flipH="1">
                <a:off x="2803658" y="2762794"/>
                <a:ext cx="1030514" cy="91440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00" name="Flowchart: Data 299"/>
              <p:cNvSpPr/>
              <p:nvPr/>
            </p:nvSpPr>
            <p:spPr>
              <a:xfrm flipH="1">
                <a:off x="2956058" y="2915194"/>
                <a:ext cx="1030514" cy="91440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01" name="Flowchart: Data 300"/>
              <p:cNvSpPr/>
              <p:nvPr/>
            </p:nvSpPr>
            <p:spPr>
              <a:xfrm flipH="1">
                <a:off x="3108458" y="3067594"/>
                <a:ext cx="1030514" cy="91440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grpSp>
        <p:sp>
          <p:nvSpPr>
            <p:cNvPr id="285" name="TextBox 284"/>
            <p:cNvSpPr txBox="1"/>
            <p:nvPr/>
          </p:nvSpPr>
          <p:spPr>
            <a:xfrm>
              <a:off x="2082922" y="4257642"/>
              <a:ext cx="1841710" cy="421080"/>
            </a:xfrm>
            <a:prstGeom prst="rect">
              <a:avLst/>
            </a:prstGeom>
            <a:noFill/>
          </p:spPr>
          <p:txBody>
            <a:bodyPr wrap="square" rtlCol="0">
              <a:spAutoFit/>
            </a:bodyPr>
            <a:lstStyle/>
            <a:p>
              <a:r>
                <a:rPr lang="en-US" sz="600" dirty="0">
                  <a:solidFill>
                    <a:srgbClr val="C00000"/>
                  </a:solidFill>
                  <a:latin typeface="Times New Roman" panose="02020603050405020304" pitchFamily="18" charset="0"/>
                  <a:ea typeface="Tahoma" panose="020B0604030504040204" pitchFamily="34" charset="0"/>
                  <a:cs typeface="Times New Roman" panose="02020603050405020304" pitchFamily="18" charset="0"/>
                </a:rPr>
                <a:t>Max pooling  2x2</a:t>
              </a:r>
              <a:endParaRPr lang="en-US" sz="600" dirty="0">
                <a:solidFill>
                  <a:srgbClr val="C00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286" name="TextBox 285"/>
            <p:cNvSpPr txBox="1"/>
            <p:nvPr/>
          </p:nvSpPr>
          <p:spPr>
            <a:xfrm>
              <a:off x="1877438" y="1077777"/>
              <a:ext cx="2434102" cy="631619"/>
            </a:xfrm>
            <a:prstGeom prst="rect">
              <a:avLst/>
            </a:prstGeom>
            <a:noFill/>
          </p:spPr>
          <p:txBody>
            <a:bodyPr wrap="square" rtlCol="0">
              <a:spAutoFit/>
            </a:bodyPr>
            <a:lstStyle/>
            <a:p>
              <a:r>
                <a:rPr lang="en-US" sz="600" dirty="0">
                  <a:latin typeface="Times New Roman" panose="02020603050405020304" pitchFamily="18" charset="0"/>
                  <a:ea typeface="Tahoma" panose="020B0604030504040204" pitchFamily="34" charset="0"/>
                  <a:cs typeface="Times New Roman" panose="02020603050405020304" pitchFamily="18" charset="0"/>
                </a:rPr>
                <a:t>1</a:t>
              </a:r>
              <a:r>
                <a:rPr lang="en-US" sz="600" baseline="30000" dirty="0">
                  <a:latin typeface="Times New Roman" panose="02020603050405020304" pitchFamily="18" charset="0"/>
                  <a:ea typeface="Tahoma" panose="020B0604030504040204" pitchFamily="34" charset="0"/>
                  <a:cs typeface="Times New Roman" panose="02020603050405020304" pitchFamily="18" charset="0"/>
                </a:rPr>
                <a:t>st</a:t>
              </a:r>
              <a:r>
                <a:rPr lang="en-US" sz="600" dirty="0">
                  <a:latin typeface="Times New Roman" panose="02020603050405020304" pitchFamily="18" charset="0"/>
                  <a:ea typeface="Tahoma" panose="020B0604030504040204" pitchFamily="34" charset="0"/>
                  <a:cs typeface="Times New Roman" panose="02020603050405020304" pitchFamily="18" charset="0"/>
                </a:rPr>
                <a:t> sequential convolutional </a:t>
              </a:r>
              <a:r>
                <a:rPr lang="en-US" sz="600" dirty="0" smtClean="0">
                  <a:latin typeface="Times New Roman" panose="02020603050405020304" pitchFamily="18" charset="0"/>
                  <a:ea typeface="Tahoma" panose="020B0604030504040204" pitchFamily="34" charset="0"/>
                  <a:cs typeface="Times New Roman" panose="02020603050405020304" pitchFamily="18" charset="0"/>
                </a:rPr>
                <a:t>layer 16 </a:t>
              </a:r>
              <a:r>
                <a:rPr lang="en-US" sz="600" dirty="0">
                  <a:latin typeface="Times New Roman" panose="02020603050405020304" pitchFamily="18" charset="0"/>
                  <a:ea typeface="Tahoma" panose="020B0604030504040204" pitchFamily="34" charset="0"/>
                  <a:cs typeface="Times New Roman" panose="02020603050405020304" pitchFamily="18" charset="0"/>
                </a:rPr>
                <a:t>filters </a:t>
              </a:r>
              <a:endParaRPr lang="en-US" sz="6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287" name="Plus 286"/>
            <p:cNvSpPr/>
            <p:nvPr/>
          </p:nvSpPr>
          <p:spPr>
            <a:xfrm>
              <a:off x="2868225" y="3693605"/>
              <a:ext cx="308826" cy="365760"/>
            </a:xfrm>
            <a:prstGeom prst="mathPlus">
              <a:avLst>
                <a:gd name="adj1" fmla="val 15152"/>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grpSp>
          <p:nvGrpSpPr>
            <p:cNvPr id="288" name="Group 287"/>
            <p:cNvGrpSpPr/>
            <p:nvPr/>
          </p:nvGrpSpPr>
          <p:grpSpPr>
            <a:xfrm>
              <a:off x="2722962" y="4800600"/>
              <a:ext cx="760263" cy="753401"/>
              <a:chOff x="2346458" y="2318975"/>
              <a:chExt cx="1792514" cy="1663019"/>
            </a:xfrm>
          </p:grpSpPr>
          <p:sp>
            <p:nvSpPr>
              <p:cNvPr id="290" name="Flowchart: Data 289"/>
              <p:cNvSpPr/>
              <p:nvPr/>
            </p:nvSpPr>
            <p:spPr>
              <a:xfrm flipH="1">
                <a:off x="2346458" y="2318975"/>
                <a:ext cx="1030513" cy="9010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291" name="Flowchart: Data 290"/>
              <p:cNvSpPr/>
              <p:nvPr/>
            </p:nvSpPr>
            <p:spPr>
              <a:xfrm flipH="1">
                <a:off x="2498859" y="2471375"/>
                <a:ext cx="1030513" cy="9010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292" name="Flowchart: Data 291"/>
              <p:cNvSpPr/>
              <p:nvPr/>
            </p:nvSpPr>
            <p:spPr>
              <a:xfrm flipH="1">
                <a:off x="2651259" y="2623775"/>
                <a:ext cx="1030513" cy="9010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293" name="Flowchart: Data 292"/>
              <p:cNvSpPr/>
              <p:nvPr/>
            </p:nvSpPr>
            <p:spPr>
              <a:xfrm flipH="1">
                <a:off x="2803657" y="2776174"/>
                <a:ext cx="1030513" cy="9010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294" name="Flowchart: Data 293"/>
              <p:cNvSpPr/>
              <p:nvPr/>
            </p:nvSpPr>
            <p:spPr>
              <a:xfrm flipH="1">
                <a:off x="2956058" y="2928574"/>
                <a:ext cx="1030513" cy="9010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295" name="Flowchart: Data 294"/>
              <p:cNvSpPr/>
              <p:nvPr/>
            </p:nvSpPr>
            <p:spPr>
              <a:xfrm flipH="1">
                <a:off x="3108459" y="3080974"/>
                <a:ext cx="1030513" cy="9010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grpSp>
        <p:sp>
          <p:nvSpPr>
            <p:cNvPr id="289" name="Rounded Rectangle 288"/>
            <p:cNvSpPr/>
            <p:nvPr/>
          </p:nvSpPr>
          <p:spPr>
            <a:xfrm>
              <a:off x="1803030" y="768485"/>
              <a:ext cx="2508510" cy="5149907"/>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grpSp>
      <p:grpSp>
        <p:nvGrpSpPr>
          <p:cNvPr id="302" name="Group 301"/>
          <p:cNvGrpSpPr/>
          <p:nvPr/>
        </p:nvGrpSpPr>
        <p:grpSpPr>
          <a:xfrm>
            <a:off x="4535105" y="1627850"/>
            <a:ext cx="1165267" cy="2229330"/>
            <a:chOff x="8277804" y="920869"/>
            <a:chExt cx="2691848" cy="5149904"/>
          </a:xfrm>
        </p:grpSpPr>
        <p:sp>
          <p:nvSpPr>
            <p:cNvPr id="303" name="TextBox 302"/>
            <p:cNvSpPr txBox="1"/>
            <p:nvPr/>
          </p:nvSpPr>
          <p:spPr>
            <a:xfrm>
              <a:off x="8500442" y="1188463"/>
              <a:ext cx="2469210" cy="639887"/>
            </a:xfrm>
            <a:prstGeom prst="rect">
              <a:avLst/>
            </a:prstGeom>
            <a:noFill/>
          </p:spPr>
          <p:txBody>
            <a:bodyPr wrap="square" rtlCol="0">
              <a:spAutoFit/>
            </a:bodyPr>
            <a:lstStyle/>
            <a:p>
              <a:r>
                <a:rPr lang="en-US" sz="600" dirty="0">
                  <a:latin typeface="Times New Roman" panose="02020603050405020304" pitchFamily="18" charset="0"/>
                  <a:ea typeface="Tahoma" panose="020B0604030504040204" pitchFamily="34" charset="0"/>
                  <a:cs typeface="Times New Roman" panose="02020603050405020304" pitchFamily="18" charset="0"/>
                </a:rPr>
                <a:t>3 sequential convolutional layer </a:t>
              </a:r>
              <a:r>
                <a:rPr lang="en-US" sz="600" dirty="0" smtClean="0">
                  <a:latin typeface="Times New Roman" panose="02020603050405020304" pitchFamily="18" charset="0"/>
                  <a:ea typeface="Tahoma" panose="020B0604030504040204" pitchFamily="34" charset="0"/>
                  <a:cs typeface="Times New Roman" panose="02020603050405020304" pitchFamily="18" charset="0"/>
                </a:rPr>
                <a:t>64 </a:t>
              </a:r>
              <a:r>
                <a:rPr lang="en-US" sz="600" dirty="0">
                  <a:latin typeface="Times New Roman" panose="02020603050405020304" pitchFamily="18" charset="0"/>
                  <a:ea typeface="Tahoma" panose="020B0604030504040204" pitchFamily="34" charset="0"/>
                  <a:cs typeface="Times New Roman" panose="02020603050405020304" pitchFamily="18" charset="0"/>
                </a:rPr>
                <a:t>filters </a:t>
              </a:r>
              <a:endParaRPr lang="en-US" sz="6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04" name="TextBox 303"/>
            <p:cNvSpPr txBox="1"/>
            <p:nvPr/>
          </p:nvSpPr>
          <p:spPr>
            <a:xfrm>
              <a:off x="8500442" y="4312395"/>
              <a:ext cx="1895017" cy="426591"/>
            </a:xfrm>
            <a:prstGeom prst="rect">
              <a:avLst/>
            </a:prstGeom>
            <a:noFill/>
          </p:spPr>
          <p:txBody>
            <a:bodyPr wrap="square" rtlCol="0">
              <a:spAutoFit/>
            </a:bodyPr>
            <a:lstStyle/>
            <a:p>
              <a:r>
                <a:rPr lang="en-US" sz="600" dirty="0">
                  <a:solidFill>
                    <a:srgbClr val="C00000"/>
                  </a:solidFill>
                  <a:latin typeface="Times New Roman" panose="02020603050405020304" pitchFamily="18" charset="0"/>
                  <a:ea typeface="Tahoma" panose="020B0604030504040204" pitchFamily="34" charset="0"/>
                  <a:cs typeface="Times New Roman" panose="02020603050405020304" pitchFamily="18" charset="0"/>
                </a:rPr>
                <a:t>Max pooling  2x2</a:t>
              </a:r>
              <a:endParaRPr lang="en-US" sz="600" dirty="0">
                <a:solidFill>
                  <a:srgbClr val="C00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05" name="Plus 304"/>
            <p:cNvSpPr/>
            <p:nvPr/>
          </p:nvSpPr>
          <p:spPr>
            <a:xfrm>
              <a:off x="9358152" y="3855865"/>
              <a:ext cx="308826" cy="365760"/>
            </a:xfrm>
            <a:prstGeom prst="mathPlus">
              <a:avLst>
                <a:gd name="adj1" fmla="val 15152"/>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06" name="Rounded Rectangle 305"/>
            <p:cNvSpPr/>
            <p:nvPr/>
          </p:nvSpPr>
          <p:spPr>
            <a:xfrm>
              <a:off x="8277804" y="920869"/>
              <a:ext cx="2508509" cy="5149904"/>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grpSp>
          <p:nvGrpSpPr>
            <p:cNvPr id="307" name="Group 306"/>
            <p:cNvGrpSpPr/>
            <p:nvPr/>
          </p:nvGrpSpPr>
          <p:grpSpPr>
            <a:xfrm>
              <a:off x="8747564" y="1847348"/>
              <a:ext cx="1465816" cy="1769284"/>
              <a:chOff x="9349844" y="1583304"/>
              <a:chExt cx="1465816" cy="1769284"/>
            </a:xfrm>
          </p:grpSpPr>
          <p:grpSp>
            <p:nvGrpSpPr>
              <p:cNvPr id="330" name="Group 329"/>
              <p:cNvGrpSpPr/>
              <p:nvPr/>
            </p:nvGrpSpPr>
            <p:grpSpPr>
              <a:xfrm>
                <a:off x="9349844" y="1583304"/>
                <a:ext cx="1043963" cy="1247975"/>
                <a:chOff x="5613646" y="2031274"/>
                <a:chExt cx="2103120" cy="2103120"/>
              </a:xfrm>
            </p:grpSpPr>
            <p:sp>
              <p:nvSpPr>
                <p:cNvPr id="337" name="Flowchart: Data 336"/>
                <p:cNvSpPr/>
                <p:nvPr/>
              </p:nvSpPr>
              <p:spPr>
                <a:xfrm flipH="1">
                  <a:off x="5613646" y="20312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38" name="Flowchart: Data 337"/>
                <p:cNvSpPr/>
                <p:nvPr/>
              </p:nvSpPr>
              <p:spPr>
                <a:xfrm flipH="1">
                  <a:off x="5766046" y="21836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39" name="Flowchart: Data 338"/>
                <p:cNvSpPr/>
                <p:nvPr/>
              </p:nvSpPr>
              <p:spPr>
                <a:xfrm flipH="1">
                  <a:off x="5918446" y="23360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40" name="Flowchart: Data 339"/>
                <p:cNvSpPr/>
                <p:nvPr/>
              </p:nvSpPr>
              <p:spPr>
                <a:xfrm flipH="1">
                  <a:off x="6070846" y="24884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41" name="Flowchart: Data 340"/>
                <p:cNvSpPr/>
                <p:nvPr/>
              </p:nvSpPr>
              <p:spPr>
                <a:xfrm flipH="1">
                  <a:off x="6223246" y="2611845"/>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42" name="Flowchart: Data 341"/>
                <p:cNvSpPr/>
                <p:nvPr/>
              </p:nvSpPr>
              <p:spPr>
                <a:xfrm flipH="1">
                  <a:off x="6410816" y="27932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43" name="Flowchart: Data 342"/>
                <p:cNvSpPr/>
                <p:nvPr/>
              </p:nvSpPr>
              <p:spPr>
                <a:xfrm flipH="1">
                  <a:off x="6528046" y="29456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44" name="Flowchart: Data 343"/>
                <p:cNvSpPr/>
                <p:nvPr/>
              </p:nvSpPr>
              <p:spPr>
                <a:xfrm flipH="1">
                  <a:off x="6680446" y="30980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45" name="Flowchart: Data 344"/>
                <p:cNvSpPr/>
                <p:nvPr/>
              </p:nvSpPr>
              <p:spPr>
                <a:xfrm flipH="1">
                  <a:off x="6832846" y="32504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46" name="Flowchart: Data 345"/>
                <p:cNvSpPr/>
                <p:nvPr/>
              </p:nvSpPr>
              <p:spPr>
                <a:xfrm flipH="1">
                  <a:off x="6985246" y="34028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grpSp>
          <p:grpSp>
            <p:nvGrpSpPr>
              <p:cNvPr id="331" name="Group 330"/>
              <p:cNvGrpSpPr/>
              <p:nvPr/>
            </p:nvGrpSpPr>
            <p:grpSpPr>
              <a:xfrm>
                <a:off x="10123251" y="2536659"/>
                <a:ext cx="692409" cy="815929"/>
                <a:chOff x="9940600" y="3413135"/>
                <a:chExt cx="1037530" cy="1087390"/>
              </a:xfrm>
            </p:grpSpPr>
            <p:sp>
              <p:nvSpPr>
                <p:cNvPr id="332" name="Flowchart: Data 331"/>
                <p:cNvSpPr/>
                <p:nvPr/>
              </p:nvSpPr>
              <p:spPr>
                <a:xfrm flipH="1">
                  <a:off x="9940600" y="3413135"/>
                  <a:ext cx="581167" cy="593119"/>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33" name="Flowchart: Data 332"/>
                <p:cNvSpPr/>
                <p:nvPr/>
              </p:nvSpPr>
              <p:spPr>
                <a:xfrm flipH="1">
                  <a:off x="10033735" y="3536702"/>
                  <a:ext cx="581167" cy="593119"/>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34" name="Flowchart: Data 333"/>
                <p:cNvSpPr/>
                <p:nvPr/>
              </p:nvSpPr>
              <p:spPr>
                <a:xfrm flipH="1">
                  <a:off x="10154811" y="3660269"/>
                  <a:ext cx="581167" cy="593119"/>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35" name="Flowchart: Data 334"/>
                <p:cNvSpPr/>
                <p:nvPr/>
              </p:nvSpPr>
              <p:spPr>
                <a:xfrm flipH="1">
                  <a:off x="10275887" y="3783836"/>
                  <a:ext cx="581167" cy="593119"/>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36" name="Flowchart: Data 335"/>
                <p:cNvSpPr/>
                <p:nvPr/>
              </p:nvSpPr>
              <p:spPr>
                <a:xfrm flipH="1">
                  <a:off x="10396963" y="3907404"/>
                  <a:ext cx="581167" cy="593121"/>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grpSp>
        </p:grpSp>
        <p:grpSp>
          <p:nvGrpSpPr>
            <p:cNvPr id="308" name="Group 307"/>
            <p:cNvGrpSpPr/>
            <p:nvPr/>
          </p:nvGrpSpPr>
          <p:grpSpPr>
            <a:xfrm>
              <a:off x="9098628" y="4706579"/>
              <a:ext cx="1043890" cy="1270572"/>
              <a:chOff x="9505378" y="4724013"/>
              <a:chExt cx="1043890" cy="1270572"/>
            </a:xfrm>
          </p:grpSpPr>
          <p:grpSp>
            <p:nvGrpSpPr>
              <p:cNvPr id="309" name="Group 308"/>
              <p:cNvGrpSpPr/>
              <p:nvPr/>
            </p:nvGrpSpPr>
            <p:grpSpPr>
              <a:xfrm>
                <a:off x="9505378" y="4724013"/>
                <a:ext cx="811797" cy="1007770"/>
                <a:chOff x="5710724" y="4766300"/>
                <a:chExt cx="510824" cy="729042"/>
              </a:xfrm>
            </p:grpSpPr>
            <p:grpSp>
              <p:nvGrpSpPr>
                <p:cNvPr id="316" name="Group 315"/>
                <p:cNvGrpSpPr/>
                <p:nvPr/>
              </p:nvGrpSpPr>
              <p:grpSpPr>
                <a:xfrm>
                  <a:off x="5710724" y="4766300"/>
                  <a:ext cx="348408" cy="462903"/>
                  <a:chOff x="4644580" y="4794541"/>
                  <a:chExt cx="760263" cy="759466"/>
                </a:xfrm>
              </p:grpSpPr>
              <p:sp>
                <p:nvSpPr>
                  <p:cNvPr id="324" name="Flowchart: Data 323"/>
                  <p:cNvSpPr/>
                  <p:nvPr/>
                </p:nvSpPr>
                <p:spPr>
                  <a:xfrm flipH="1">
                    <a:off x="4644580" y="4794541"/>
                    <a:ext cx="437074" cy="414252"/>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25" name="Flowchart: Data 324"/>
                  <p:cNvSpPr/>
                  <p:nvPr/>
                </p:nvSpPr>
                <p:spPr>
                  <a:xfrm flipH="1">
                    <a:off x="4709218" y="4863582"/>
                    <a:ext cx="437074" cy="414252"/>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26" name="Flowchart: Data 325"/>
                  <p:cNvSpPr/>
                  <p:nvPr/>
                </p:nvSpPr>
                <p:spPr>
                  <a:xfrm flipH="1">
                    <a:off x="4773856" y="4932626"/>
                    <a:ext cx="437074" cy="414252"/>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27" name="Flowchart: Data 326"/>
                  <p:cNvSpPr/>
                  <p:nvPr/>
                </p:nvSpPr>
                <p:spPr>
                  <a:xfrm flipH="1">
                    <a:off x="4838493" y="5001667"/>
                    <a:ext cx="437074" cy="414252"/>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28" name="Flowchart: Data 327"/>
                  <p:cNvSpPr/>
                  <p:nvPr/>
                </p:nvSpPr>
                <p:spPr>
                  <a:xfrm flipH="1">
                    <a:off x="4903131" y="5070711"/>
                    <a:ext cx="437074" cy="414252"/>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29" name="Flowchart: Data 328"/>
                  <p:cNvSpPr/>
                  <p:nvPr/>
                </p:nvSpPr>
                <p:spPr>
                  <a:xfrm flipH="1">
                    <a:off x="4967769" y="5139755"/>
                    <a:ext cx="437074" cy="414252"/>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grpSp>
            <p:grpSp>
              <p:nvGrpSpPr>
                <p:cNvPr id="317" name="Group 316"/>
                <p:cNvGrpSpPr/>
                <p:nvPr/>
              </p:nvGrpSpPr>
              <p:grpSpPr>
                <a:xfrm>
                  <a:off x="5873140" y="5032445"/>
                  <a:ext cx="348408" cy="462897"/>
                  <a:chOff x="4644580" y="4794538"/>
                  <a:chExt cx="760263" cy="759456"/>
                </a:xfrm>
              </p:grpSpPr>
              <p:sp>
                <p:nvSpPr>
                  <p:cNvPr id="318" name="Flowchart: Data 317"/>
                  <p:cNvSpPr/>
                  <p:nvPr/>
                </p:nvSpPr>
                <p:spPr>
                  <a:xfrm flipH="1">
                    <a:off x="4644580" y="4794538"/>
                    <a:ext cx="437074" cy="414254"/>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19" name="Flowchart: Data 318"/>
                  <p:cNvSpPr/>
                  <p:nvPr/>
                </p:nvSpPr>
                <p:spPr>
                  <a:xfrm flipH="1">
                    <a:off x="4709218" y="4863579"/>
                    <a:ext cx="437074" cy="414254"/>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20" name="Flowchart: Data 319"/>
                  <p:cNvSpPr/>
                  <p:nvPr/>
                </p:nvSpPr>
                <p:spPr>
                  <a:xfrm flipH="1">
                    <a:off x="4773856" y="4932623"/>
                    <a:ext cx="437074" cy="414254"/>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21" name="Flowchart: Data 320"/>
                  <p:cNvSpPr/>
                  <p:nvPr/>
                </p:nvSpPr>
                <p:spPr>
                  <a:xfrm flipH="1">
                    <a:off x="4838493" y="5001663"/>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22" name="Flowchart: Data 321"/>
                  <p:cNvSpPr/>
                  <p:nvPr/>
                </p:nvSpPr>
                <p:spPr>
                  <a:xfrm flipH="1">
                    <a:off x="4903131" y="5070697"/>
                    <a:ext cx="437074" cy="414252"/>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23" name="Flowchart: Data 322"/>
                  <p:cNvSpPr/>
                  <p:nvPr/>
                </p:nvSpPr>
                <p:spPr>
                  <a:xfrm flipH="1">
                    <a:off x="4967769" y="5139743"/>
                    <a:ext cx="437074" cy="414251"/>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grpSp>
          </p:grpSp>
          <p:grpSp>
            <p:nvGrpSpPr>
              <p:cNvPr id="310" name="Group 309"/>
              <p:cNvGrpSpPr/>
              <p:nvPr/>
            </p:nvGrpSpPr>
            <p:grpSpPr>
              <a:xfrm>
                <a:off x="10038007" y="5426557"/>
                <a:ext cx="511261" cy="568028"/>
                <a:chOff x="9940600" y="3413138"/>
                <a:chExt cx="1037530" cy="1087380"/>
              </a:xfrm>
            </p:grpSpPr>
            <p:sp>
              <p:nvSpPr>
                <p:cNvPr id="311" name="Flowchart: Data 310"/>
                <p:cNvSpPr/>
                <p:nvPr/>
              </p:nvSpPr>
              <p:spPr>
                <a:xfrm flipH="1">
                  <a:off x="9940600" y="3413138"/>
                  <a:ext cx="581164" cy="593121"/>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12" name="Flowchart: Data 311"/>
                <p:cNvSpPr/>
                <p:nvPr/>
              </p:nvSpPr>
              <p:spPr>
                <a:xfrm flipH="1">
                  <a:off x="10033735" y="3536707"/>
                  <a:ext cx="581164" cy="593121"/>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13" name="Flowchart: Data 312"/>
                <p:cNvSpPr/>
                <p:nvPr/>
              </p:nvSpPr>
              <p:spPr>
                <a:xfrm flipH="1">
                  <a:off x="10154811" y="3660272"/>
                  <a:ext cx="581164" cy="593121"/>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14" name="Flowchart: Data 313"/>
                <p:cNvSpPr/>
                <p:nvPr/>
              </p:nvSpPr>
              <p:spPr>
                <a:xfrm flipH="1">
                  <a:off x="10275886" y="3783844"/>
                  <a:ext cx="581164" cy="593119"/>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15" name="Flowchart: Data 314"/>
                <p:cNvSpPr/>
                <p:nvPr/>
              </p:nvSpPr>
              <p:spPr>
                <a:xfrm flipH="1">
                  <a:off x="10396966" y="3907397"/>
                  <a:ext cx="581164" cy="593121"/>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grpSp>
        </p:grpSp>
      </p:grpSp>
      <p:grpSp>
        <p:nvGrpSpPr>
          <p:cNvPr id="347" name="Group 346"/>
          <p:cNvGrpSpPr/>
          <p:nvPr/>
        </p:nvGrpSpPr>
        <p:grpSpPr>
          <a:xfrm>
            <a:off x="2958190" y="1587829"/>
            <a:ext cx="1141836" cy="2243920"/>
            <a:chOff x="8617692" y="2074499"/>
            <a:chExt cx="2637721" cy="5183612"/>
          </a:xfrm>
        </p:grpSpPr>
        <p:grpSp>
          <p:nvGrpSpPr>
            <p:cNvPr id="348" name="Group 347"/>
            <p:cNvGrpSpPr/>
            <p:nvPr/>
          </p:nvGrpSpPr>
          <p:grpSpPr>
            <a:xfrm>
              <a:off x="9123424" y="2961081"/>
              <a:ext cx="1670853" cy="1705224"/>
              <a:chOff x="5613646" y="2031274"/>
              <a:chExt cx="2103120" cy="2103120"/>
            </a:xfrm>
          </p:grpSpPr>
          <p:sp>
            <p:nvSpPr>
              <p:cNvPr id="370" name="Flowchart: Data 369"/>
              <p:cNvSpPr/>
              <p:nvPr/>
            </p:nvSpPr>
            <p:spPr>
              <a:xfrm flipH="1">
                <a:off x="5613646" y="20312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71" name="Flowchart: Data 370"/>
              <p:cNvSpPr/>
              <p:nvPr/>
            </p:nvSpPr>
            <p:spPr>
              <a:xfrm flipH="1">
                <a:off x="5766046" y="21836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72" name="Flowchart: Data 371"/>
              <p:cNvSpPr/>
              <p:nvPr/>
            </p:nvSpPr>
            <p:spPr>
              <a:xfrm flipH="1">
                <a:off x="5918446" y="23360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73" name="Flowchart: Data 372"/>
              <p:cNvSpPr/>
              <p:nvPr/>
            </p:nvSpPr>
            <p:spPr>
              <a:xfrm flipH="1">
                <a:off x="6070846" y="24884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74" name="Flowchart: Data 373"/>
              <p:cNvSpPr/>
              <p:nvPr/>
            </p:nvSpPr>
            <p:spPr>
              <a:xfrm flipH="1">
                <a:off x="6223246" y="2611845"/>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75" name="Flowchart: Data 374"/>
              <p:cNvSpPr/>
              <p:nvPr/>
            </p:nvSpPr>
            <p:spPr>
              <a:xfrm flipH="1">
                <a:off x="6410816" y="27932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76" name="Flowchart: Data 375"/>
              <p:cNvSpPr/>
              <p:nvPr/>
            </p:nvSpPr>
            <p:spPr>
              <a:xfrm flipH="1">
                <a:off x="6528046" y="29456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77" name="Flowchart: Data 376"/>
              <p:cNvSpPr/>
              <p:nvPr/>
            </p:nvSpPr>
            <p:spPr>
              <a:xfrm flipH="1">
                <a:off x="6680446" y="30980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78" name="Flowchart: Data 377"/>
              <p:cNvSpPr/>
              <p:nvPr/>
            </p:nvSpPr>
            <p:spPr>
              <a:xfrm flipH="1">
                <a:off x="6832846" y="32504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79" name="Flowchart: Data 378"/>
              <p:cNvSpPr/>
              <p:nvPr/>
            </p:nvSpPr>
            <p:spPr>
              <a:xfrm flipH="1">
                <a:off x="6985246" y="34028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grpSp>
        <p:sp>
          <p:nvSpPr>
            <p:cNvPr id="349" name="TextBox 348"/>
            <p:cNvSpPr txBox="1"/>
            <p:nvPr/>
          </p:nvSpPr>
          <p:spPr>
            <a:xfrm>
              <a:off x="8617692" y="2366145"/>
              <a:ext cx="2567118" cy="639887"/>
            </a:xfrm>
            <a:prstGeom prst="rect">
              <a:avLst/>
            </a:prstGeom>
            <a:noFill/>
          </p:spPr>
          <p:txBody>
            <a:bodyPr wrap="square" rtlCol="0">
              <a:spAutoFit/>
            </a:bodyPr>
            <a:lstStyle/>
            <a:p>
              <a:r>
                <a:rPr lang="en-US" sz="600" dirty="0">
                  <a:latin typeface="Times New Roman" panose="02020603050405020304" pitchFamily="18" charset="0"/>
                  <a:ea typeface="Tahoma" panose="020B0604030504040204" pitchFamily="34" charset="0"/>
                  <a:cs typeface="Times New Roman" panose="02020603050405020304" pitchFamily="18" charset="0"/>
                </a:rPr>
                <a:t>2nd  </a:t>
              </a:r>
              <a:r>
                <a:rPr lang="en-US" sz="600" dirty="0" smtClean="0">
                  <a:latin typeface="Times New Roman" panose="02020603050405020304" pitchFamily="18" charset="0"/>
                  <a:ea typeface="Tahoma" panose="020B0604030504040204" pitchFamily="34" charset="0"/>
                  <a:cs typeface="Times New Roman" panose="02020603050405020304" pitchFamily="18" charset="0"/>
                </a:rPr>
                <a:t>sequential convolutional </a:t>
              </a:r>
              <a:r>
                <a:rPr lang="en-US" sz="600" dirty="0">
                  <a:latin typeface="Times New Roman" panose="02020603050405020304" pitchFamily="18" charset="0"/>
                  <a:ea typeface="Tahoma" panose="020B0604030504040204" pitchFamily="34" charset="0"/>
                  <a:cs typeface="Times New Roman" panose="02020603050405020304" pitchFamily="18" charset="0"/>
                </a:rPr>
                <a:t>layer 32 filters </a:t>
              </a:r>
              <a:endParaRPr lang="en-US" sz="6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50" name="Plus 349"/>
            <p:cNvSpPr/>
            <p:nvPr/>
          </p:nvSpPr>
          <p:spPr>
            <a:xfrm>
              <a:off x="9820234" y="4922166"/>
              <a:ext cx="308826" cy="365760"/>
            </a:xfrm>
            <a:prstGeom prst="mathPlus">
              <a:avLst>
                <a:gd name="adj1" fmla="val 15152"/>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51" name="Rounded Rectangle 350"/>
            <p:cNvSpPr/>
            <p:nvPr/>
          </p:nvSpPr>
          <p:spPr>
            <a:xfrm>
              <a:off x="8693342" y="2074499"/>
              <a:ext cx="2562071" cy="5183612"/>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grpSp>
          <p:nvGrpSpPr>
            <p:cNvPr id="352" name="Group 351"/>
            <p:cNvGrpSpPr/>
            <p:nvPr/>
          </p:nvGrpSpPr>
          <p:grpSpPr>
            <a:xfrm>
              <a:off x="9622150" y="6005740"/>
              <a:ext cx="819015" cy="1012387"/>
              <a:chOff x="9505378" y="4724013"/>
              <a:chExt cx="819015" cy="1012387"/>
            </a:xfrm>
          </p:grpSpPr>
          <p:grpSp>
            <p:nvGrpSpPr>
              <p:cNvPr id="354" name="Group 353"/>
              <p:cNvGrpSpPr/>
              <p:nvPr/>
            </p:nvGrpSpPr>
            <p:grpSpPr>
              <a:xfrm>
                <a:off x="9505378" y="4724013"/>
                <a:ext cx="811797" cy="1007776"/>
                <a:chOff x="5710724" y="4766305"/>
                <a:chExt cx="510824" cy="729047"/>
              </a:xfrm>
            </p:grpSpPr>
            <p:grpSp>
              <p:nvGrpSpPr>
                <p:cNvPr id="356" name="Group 355"/>
                <p:cNvGrpSpPr/>
                <p:nvPr/>
              </p:nvGrpSpPr>
              <p:grpSpPr>
                <a:xfrm>
                  <a:off x="5710724" y="4766305"/>
                  <a:ext cx="348408" cy="462902"/>
                  <a:chOff x="4644580" y="4794538"/>
                  <a:chExt cx="760263" cy="759463"/>
                </a:xfrm>
              </p:grpSpPr>
              <p:sp>
                <p:nvSpPr>
                  <p:cNvPr id="364" name="Flowchart: Data 363"/>
                  <p:cNvSpPr/>
                  <p:nvPr/>
                </p:nvSpPr>
                <p:spPr>
                  <a:xfrm flipH="1">
                    <a:off x="4644580" y="4794538"/>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65" name="Flowchart: Data 364"/>
                  <p:cNvSpPr/>
                  <p:nvPr/>
                </p:nvSpPr>
                <p:spPr>
                  <a:xfrm flipH="1">
                    <a:off x="4709218" y="4863580"/>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66" name="Flowchart: Data 365"/>
                  <p:cNvSpPr/>
                  <p:nvPr/>
                </p:nvSpPr>
                <p:spPr>
                  <a:xfrm flipH="1">
                    <a:off x="4773856" y="4932622"/>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67" name="Flowchart: Data 366"/>
                  <p:cNvSpPr/>
                  <p:nvPr/>
                </p:nvSpPr>
                <p:spPr>
                  <a:xfrm flipH="1">
                    <a:off x="4838493" y="5001664"/>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68" name="Flowchart: Data 367"/>
                  <p:cNvSpPr/>
                  <p:nvPr/>
                </p:nvSpPr>
                <p:spPr>
                  <a:xfrm flipH="1">
                    <a:off x="4903131" y="5070706"/>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69" name="Flowchart: Data 368"/>
                  <p:cNvSpPr/>
                  <p:nvPr/>
                </p:nvSpPr>
                <p:spPr>
                  <a:xfrm flipH="1">
                    <a:off x="4967769" y="5139748"/>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grpSp>
            <p:grpSp>
              <p:nvGrpSpPr>
                <p:cNvPr id="357" name="Group 356"/>
                <p:cNvGrpSpPr/>
                <p:nvPr/>
              </p:nvGrpSpPr>
              <p:grpSpPr>
                <a:xfrm>
                  <a:off x="5873140" y="5032450"/>
                  <a:ext cx="348408" cy="462902"/>
                  <a:chOff x="4644580" y="4794538"/>
                  <a:chExt cx="760263" cy="759463"/>
                </a:xfrm>
              </p:grpSpPr>
              <p:sp>
                <p:nvSpPr>
                  <p:cNvPr id="358" name="Flowchart: Data 357"/>
                  <p:cNvSpPr/>
                  <p:nvPr/>
                </p:nvSpPr>
                <p:spPr>
                  <a:xfrm flipH="1">
                    <a:off x="4644580" y="4794538"/>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59" name="Flowchart: Data 358"/>
                  <p:cNvSpPr/>
                  <p:nvPr/>
                </p:nvSpPr>
                <p:spPr>
                  <a:xfrm flipH="1">
                    <a:off x="4709218" y="4863580"/>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60" name="Flowchart: Data 359"/>
                  <p:cNvSpPr/>
                  <p:nvPr/>
                </p:nvSpPr>
                <p:spPr>
                  <a:xfrm flipH="1">
                    <a:off x="4773856" y="4932622"/>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61" name="Flowchart: Data 360"/>
                  <p:cNvSpPr/>
                  <p:nvPr/>
                </p:nvSpPr>
                <p:spPr>
                  <a:xfrm flipH="1">
                    <a:off x="4838493" y="5001664"/>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62" name="Flowchart: Data 361"/>
                  <p:cNvSpPr/>
                  <p:nvPr/>
                </p:nvSpPr>
                <p:spPr>
                  <a:xfrm flipH="1">
                    <a:off x="4903131" y="5070706"/>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63" name="Flowchart: Data 362"/>
                  <p:cNvSpPr/>
                  <p:nvPr/>
                </p:nvSpPr>
                <p:spPr>
                  <a:xfrm flipH="1">
                    <a:off x="4967769" y="5139748"/>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grpSp>
          </p:grpSp>
          <p:sp>
            <p:nvSpPr>
              <p:cNvPr id="355" name="Flowchart: Data 354"/>
              <p:cNvSpPr/>
              <p:nvPr/>
            </p:nvSpPr>
            <p:spPr>
              <a:xfrm flipH="1">
                <a:off x="10038013" y="5426563"/>
                <a:ext cx="286380" cy="309837"/>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grpSp>
        <p:sp>
          <p:nvSpPr>
            <p:cNvPr id="353" name="TextBox 352"/>
            <p:cNvSpPr txBox="1"/>
            <p:nvPr/>
          </p:nvSpPr>
          <p:spPr>
            <a:xfrm>
              <a:off x="8778143" y="5517143"/>
              <a:ext cx="1879163" cy="426591"/>
            </a:xfrm>
            <a:prstGeom prst="rect">
              <a:avLst/>
            </a:prstGeom>
            <a:noFill/>
          </p:spPr>
          <p:txBody>
            <a:bodyPr wrap="square" rtlCol="0">
              <a:spAutoFit/>
            </a:bodyPr>
            <a:lstStyle/>
            <a:p>
              <a:r>
                <a:rPr lang="en-US" sz="600" dirty="0">
                  <a:solidFill>
                    <a:srgbClr val="C00000"/>
                  </a:solidFill>
                  <a:latin typeface="Times New Roman" panose="02020603050405020304" pitchFamily="18" charset="0"/>
                  <a:ea typeface="Tahoma" panose="020B0604030504040204" pitchFamily="34" charset="0"/>
                  <a:cs typeface="Times New Roman" panose="02020603050405020304" pitchFamily="18" charset="0"/>
                </a:rPr>
                <a:t>Max pooling  2x2</a:t>
              </a:r>
              <a:endParaRPr lang="en-US" sz="600" dirty="0">
                <a:solidFill>
                  <a:srgbClr val="C00000"/>
                </a:solidFill>
                <a:latin typeface="Times New Roman" panose="02020603050405020304" pitchFamily="18" charset="0"/>
                <a:ea typeface="Tahoma" panose="020B0604030504040204" pitchFamily="34" charset="0"/>
                <a:cs typeface="Times New Roman" panose="02020603050405020304" pitchFamily="18" charset="0"/>
              </a:endParaRPr>
            </a:p>
          </p:txBody>
        </p:sp>
      </p:grpSp>
      <p:sp>
        <p:nvSpPr>
          <p:cNvPr id="380" name="Right Arrow 379"/>
          <p:cNvSpPr/>
          <p:nvPr/>
        </p:nvSpPr>
        <p:spPr>
          <a:xfrm>
            <a:off x="5700106" y="2549318"/>
            <a:ext cx="194753" cy="1633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grpSp>
        <p:nvGrpSpPr>
          <p:cNvPr id="381" name="Group 380"/>
          <p:cNvGrpSpPr/>
          <p:nvPr/>
        </p:nvGrpSpPr>
        <p:grpSpPr>
          <a:xfrm>
            <a:off x="5944607" y="1583279"/>
            <a:ext cx="1139271" cy="2300575"/>
            <a:chOff x="15024415" y="2057259"/>
            <a:chExt cx="2631796" cy="5314488"/>
          </a:xfrm>
        </p:grpSpPr>
        <p:sp>
          <p:nvSpPr>
            <p:cNvPr id="382" name="TextBox 381"/>
            <p:cNvSpPr txBox="1"/>
            <p:nvPr/>
          </p:nvSpPr>
          <p:spPr>
            <a:xfrm>
              <a:off x="15187000" y="2299075"/>
              <a:ext cx="2469211" cy="639887"/>
            </a:xfrm>
            <a:prstGeom prst="rect">
              <a:avLst/>
            </a:prstGeom>
            <a:noFill/>
          </p:spPr>
          <p:txBody>
            <a:bodyPr wrap="square" rtlCol="0">
              <a:spAutoFit/>
            </a:bodyPr>
            <a:lstStyle/>
            <a:p>
              <a:r>
                <a:rPr lang="en-US" sz="600" dirty="0">
                  <a:latin typeface="Times New Roman" panose="02020603050405020304" pitchFamily="18" charset="0"/>
                  <a:ea typeface="Tahoma" panose="020B0604030504040204" pitchFamily="34" charset="0"/>
                  <a:cs typeface="Times New Roman" panose="02020603050405020304" pitchFamily="18" charset="0"/>
                </a:rPr>
                <a:t>4 sequential convolutional layer </a:t>
              </a:r>
              <a:r>
                <a:rPr lang="en-US" sz="600" dirty="0" smtClean="0">
                  <a:latin typeface="Times New Roman" panose="02020603050405020304" pitchFamily="18" charset="0"/>
                  <a:ea typeface="Tahoma" panose="020B0604030504040204" pitchFamily="34" charset="0"/>
                  <a:cs typeface="Times New Roman" panose="02020603050405020304" pitchFamily="18" charset="0"/>
                </a:rPr>
                <a:t>128 </a:t>
              </a:r>
              <a:r>
                <a:rPr lang="en-US" sz="600" dirty="0">
                  <a:latin typeface="Times New Roman" panose="02020603050405020304" pitchFamily="18" charset="0"/>
                  <a:ea typeface="Tahoma" panose="020B0604030504040204" pitchFamily="34" charset="0"/>
                  <a:cs typeface="Times New Roman" panose="02020603050405020304" pitchFamily="18" charset="0"/>
                </a:rPr>
                <a:t>filters </a:t>
              </a:r>
              <a:endParaRPr lang="en-US" sz="6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83" name="TextBox 382"/>
            <p:cNvSpPr txBox="1"/>
            <p:nvPr/>
          </p:nvSpPr>
          <p:spPr>
            <a:xfrm>
              <a:off x="15187000" y="5423007"/>
              <a:ext cx="1895018" cy="426591"/>
            </a:xfrm>
            <a:prstGeom prst="rect">
              <a:avLst/>
            </a:prstGeom>
            <a:noFill/>
          </p:spPr>
          <p:txBody>
            <a:bodyPr wrap="square" rtlCol="0">
              <a:spAutoFit/>
            </a:bodyPr>
            <a:lstStyle/>
            <a:p>
              <a:r>
                <a:rPr lang="en-US" sz="600" dirty="0">
                  <a:solidFill>
                    <a:srgbClr val="C00000"/>
                  </a:solidFill>
                  <a:latin typeface="Times New Roman" panose="02020603050405020304" pitchFamily="18" charset="0"/>
                  <a:ea typeface="Tahoma" panose="020B0604030504040204" pitchFamily="34" charset="0"/>
                  <a:cs typeface="Times New Roman" panose="02020603050405020304" pitchFamily="18" charset="0"/>
                </a:rPr>
                <a:t>Max pooling  2x2</a:t>
              </a:r>
              <a:endParaRPr lang="en-US" sz="600" dirty="0">
                <a:solidFill>
                  <a:srgbClr val="C00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84" name="Plus 383"/>
            <p:cNvSpPr/>
            <p:nvPr/>
          </p:nvSpPr>
          <p:spPr>
            <a:xfrm>
              <a:off x="16044711" y="4966477"/>
              <a:ext cx="308826" cy="365760"/>
            </a:xfrm>
            <a:prstGeom prst="mathPlus">
              <a:avLst>
                <a:gd name="adj1" fmla="val 15152"/>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85" name="Rounded Rectangle 384"/>
            <p:cNvSpPr/>
            <p:nvPr/>
          </p:nvSpPr>
          <p:spPr>
            <a:xfrm>
              <a:off x="15024415" y="2057259"/>
              <a:ext cx="2508510" cy="5314488"/>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grpSp>
          <p:nvGrpSpPr>
            <p:cNvPr id="386" name="Group 385"/>
            <p:cNvGrpSpPr/>
            <p:nvPr/>
          </p:nvGrpSpPr>
          <p:grpSpPr>
            <a:xfrm>
              <a:off x="15434123" y="2957960"/>
              <a:ext cx="1650934" cy="2308047"/>
              <a:chOff x="15434123" y="2957960"/>
              <a:chExt cx="1650934" cy="2308047"/>
            </a:xfrm>
          </p:grpSpPr>
          <p:grpSp>
            <p:nvGrpSpPr>
              <p:cNvPr id="409" name="Group 408"/>
              <p:cNvGrpSpPr/>
              <p:nvPr/>
            </p:nvGrpSpPr>
            <p:grpSpPr>
              <a:xfrm>
                <a:off x="15434123" y="2957960"/>
                <a:ext cx="1188720" cy="1554480"/>
                <a:chOff x="9349844" y="1583304"/>
                <a:chExt cx="1465816" cy="1769284"/>
              </a:xfrm>
            </p:grpSpPr>
            <p:grpSp>
              <p:nvGrpSpPr>
                <p:cNvPr id="419" name="Group 418"/>
                <p:cNvGrpSpPr/>
                <p:nvPr/>
              </p:nvGrpSpPr>
              <p:grpSpPr>
                <a:xfrm>
                  <a:off x="9349844" y="1583304"/>
                  <a:ext cx="1043963" cy="1247975"/>
                  <a:chOff x="5613646" y="2031274"/>
                  <a:chExt cx="2103120" cy="2103120"/>
                </a:xfrm>
              </p:grpSpPr>
              <p:sp>
                <p:nvSpPr>
                  <p:cNvPr id="426" name="Flowchart: Data 425"/>
                  <p:cNvSpPr/>
                  <p:nvPr/>
                </p:nvSpPr>
                <p:spPr>
                  <a:xfrm flipH="1">
                    <a:off x="5613646" y="20312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427" name="Flowchart: Data 426"/>
                  <p:cNvSpPr/>
                  <p:nvPr/>
                </p:nvSpPr>
                <p:spPr>
                  <a:xfrm flipH="1">
                    <a:off x="5766046" y="21836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428" name="Flowchart: Data 427"/>
                  <p:cNvSpPr/>
                  <p:nvPr/>
                </p:nvSpPr>
                <p:spPr>
                  <a:xfrm flipH="1">
                    <a:off x="5918446" y="23360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429" name="Flowchart: Data 428"/>
                  <p:cNvSpPr/>
                  <p:nvPr/>
                </p:nvSpPr>
                <p:spPr>
                  <a:xfrm flipH="1">
                    <a:off x="6070846" y="24884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430" name="Flowchart: Data 429"/>
                  <p:cNvSpPr/>
                  <p:nvPr/>
                </p:nvSpPr>
                <p:spPr>
                  <a:xfrm flipH="1">
                    <a:off x="6223246" y="2611845"/>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431" name="Flowchart: Data 430"/>
                  <p:cNvSpPr/>
                  <p:nvPr/>
                </p:nvSpPr>
                <p:spPr>
                  <a:xfrm flipH="1">
                    <a:off x="6410816" y="27932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432" name="Flowchart: Data 431"/>
                  <p:cNvSpPr/>
                  <p:nvPr/>
                </p:nvSpPr>
                <p:spPr>
                  <a:xfrm flipH="1">
                    <a:off x="6528046" y="29456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433" name="Flowchart: Data 432"/>
                  <p:cNvSpPr/>
                  <p:nvPr/>
                </p:nvSpPr>
                <p:spPr>
                  <a:xfrm flipH="1">
                    <a:off x="6680446" y="30980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434" name="Flowchart: Data 433"/>
                  <p:cNvSpPr/>
                  <p:nvPr/>
                </p:nvSpPr>
                <p:spPr>
                  <a:xfrm flipH="1">
                    <a:off x="6832846" y="32504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435" name="Flowchart: Data 434"/>
                  <p:cNvSpPr/>
                  <p:nvPr/>
                </p:nvSpPr>
                <p:spPr>
                  <a:xfrm flipH="1">
                    <a:off x="6985246" y="34028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grpSp>
            <p:grpSp>
              <p:nvGrpSpPr>
                <p:cNvPr id="420" name="Group 419"/>
                <p:cNvGrpSpPr/>
                <p:nvPr/>
              </p:nvGrpSpPr>
              <p:grpSpPr>
                <a:xfrm>
                  <a:off x="10123251" y="2536660"/>
                  <a:ext cx="692409" cy="815928"/>
                  <a:chOff x="9940600" y="3413138"/>
                  <a:chExt cx="1037530" cy="1087389"/>
                </a:xfrm>
              </p:grpSpPr>
              <p:sp>
                <p:nvSpPr>
                  <p:cNvPr id="421" name="Flowchart: Data 420"/>
                  <p:cNvSpPr/>
                  <p:nvPr/>
                </p:nvSpPr>
                <p:spPr>
                  <a:xfrm flipH="1">
                    <a:off x="9940600" y="3413138"/>
                    <a:ext cx="581166" cy="593121"/>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422" name="Flowchart: Data 421"/>
                  <p:cNvSpPr/>
                  <p:nvPr/>
                </p:nvSpPr>
                <p:spPr>
                  <a:xfrm flipH="1">
                    <a:off x="10033735" y="3536705"/>
                    <a:ext cx="581166" cy="593121"/>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423" name="Flowchart: Data 422"/>
                  <p:cNvSpPr/>
                  <p:nvPr/>
                </p:nvSpPr>
                <p:spPr>
                  <a:xfrm flipH="1">
                    <a:off x="10154811" y="3660272"/>
                    <a:ext cx="581166" cy="593121"/>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424" name="Flowchart: Data 423"/>
                  <p:cNvSpPr/>
                  <p:nvPr/>
                </p:nvSpPr>
                <p:spPr>
                  <a:xfrm flipH="1">
                    <a:off x="10275887" y="3783839"/>
                    <a:ext cx="581166" cy="593121"/>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425" name="Flowchart: Data 424"/>
                  <p:cNvSpPr/>
                  <p:nvPr/>
                </p:nvSpPr>
                <p:spPr>
                  <a:xfrm flipH="1">
                    <a:off x="10396964" y="3907406"/>
                    <a:ext cx="581166" cy="593121"/>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grpSp>
          </p:grpSp>
          <p:grpSp>
            <p:nvGrpSpPr>
              <p:cNvPr id="410" name="Group 409"/>
              <p:cNvGrpSpPr/>
              <p:nvPr/>
            </p:nvGrpSpPr>
            <p:grpSpPr>
              <a:xfrm>
                <a:off x="16353537" y="4168727"/>
                <a:ext cx="731520" cy="1097280"/>
                <a:chOff x="5613646" y="2031274"/>
                <a:chExt cx="1798320" cy="1798320"/>
              </a:xfrm>
            </p:grpSpPr>
            <p:sp>
              <p:nvSpPr>
                <p:cNvPr id="411" name="Flowchart: Data 410"/>
                <p:cNvSpPr/>
                <p:nvPr/>
              </p:nvSpPr>
              <p:spPr>
                <a:xfrm flipH="1">
                  <a:off x="5613646" y="20312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412" name="Flowchart: Data 411"/>
                <p:cNvSpPr/>
                <p:nvPr/>
              </p:nvSpPr>
              <p:spPr>
                <a:xfrm flipH="1">
                  <a:off x="5766046" y="21836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413" name="Flowchart: Data 412"/>
                <p:cNvSpPr/>
                <p:nvPr/>
              </p:nvSpPr>
              <p:spPr>
                <a:xfrm flipH="1">
                  <a:off x="5918446" y="23360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414" name="Flowchart: Data 413"/>
                <p:cNvSpPr/>
                <p:nvPr/>
              </p:nvSpPr>
              <p:spPr>
                <a:xfrm flipH="1">
                  <a:off x="6070846" y="24884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415" name="Flowchart: Data 414"/>
                <p:cNvSpPr/>
                <p:nvPr/>
              </p:nvSpPr>
              <p:spPr>
                <a:xfrm flipH="1">
                  <a:off x="6223246" y="2611845"/>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416" name="Flowchart: Data 415"/>
                <p:cNvSpPr/>
                <p:nvPr/>
              </p:nvSpPr>
              <p:spPr>
                <a:xfrm flipH="1">
                  <a:off x="6410816" y="27932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417" name="Flowchart: Data 416"/>
                <p:cNvSpPr/>
                <p:nvPr/>
              </p:nvSpPr>
              <p:spPr>
                <a:xfrm flipH="1">
                  <a:off x="6528046" y="29456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418" name="Flowchart: Data 417"/>
                <p:cNvSpPr/>
                <p:nvPr/>
              </p:nvSpPr>
              <p:spPr>
                <a:xfrm flipH="1">
                  <a:off x="6680446" y="3098074"/>
                  <a:ext cx="731520" cy="73152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grpSp>
        </p:grpSp>
        <p:grpSp>
          <p:nvGrpSpPr>
            <p:cNvPr id="387" name="Group 386"/>
            <p:cNvGrpSpPr/>
            <p:nvPr/>
          </p:nvGrpSpPr>
          <p:grpSpPr>
            <a:xfrm>
              <a:off x="15785187" y="5817191"/>
              <a:ext cx="1043890" cy="1270578"/>
              <a:chOff x="9505378" y="4724013"/>
              <a:chExt cx="1043890" cy="1270578"/>
            </a:xfrm>
          </p:grpSpPr>
          <p:grpSp>
            <p:nvGrpSpPr>
              <p:cNvPr id="388" name="Group 387"/>
              <p:cNvGrpSpPr/>
              <p:nvPr/>
            </p:nvGrpSpPr>
            <p:grpSpPr>
              <a:xfrm>
                <a:off x="9505378" y="4724013"/>
                <a:ext cx="811797" cy="1007776"/>
                <a:chOff x="5710724" y="4766305"/>
                <a:chExt cx="510824" cy="729047"/>
              </a:xfrm>
            </p:grpSpPr>
            <p:grpSp>
              <p:nvGrpSpPr>
                <p:cNvPr id="395" name="Group 394"/>
                <p:cNvGrpSpPr/>
                <p:nvPr/>
              </p:nvGrpSpPr>
              <p:grpSpPr>
                <a:xfrm>
                  <a:off x="5710724" y="4766305"/>
                  <a:ext cx="348408" cy="462902"/>
                  <a:chOff x="4644580" y="4794538"/>
                  <a:chExt cx="760263" cy="759463"/>
                </a:xfrm>
              </p:grpSpPr>
              <p:sp>
                <p:nvSpPr>
                  <p:cNvPr id="403" name="Flowchart: Data 402"/>
                  <p:cNvSpPr/>
                  <p:nvPr/>
                </p:nvSpPr>
                <p:spPr>
                  <a:xfrm flipH="1">
                    <a:off x="4644580" y="4794538"/>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404" name="Flowchart: Data 403"/>
                  <p:cNvSpPr/>
                  <p:nvPr/>
                </p:nvSpPr>
                <p:spPr>
                  <a:xfrm flipH="1">
                    <a:off x="4709218" y="4863580"/>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405" name="Flowchart: Data 404"/>
                  <p:cNvSpPr/>
                  <p:nvPr/>
                </p:nvSpPr>
                <p:spPr>
                  <a:xfrm flipH="1">
                    <a:off x="4773856" y="4932622"/>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406" name="Flowchart: Data 405"/>
                  <p:cNvSpPr/>
                  <p:nvPr/>
                </p:nvSpPr>
                <p:spPr>
                  <a:xfrm flipH="1">
                    <a:off x="4838493" y="5001664"/>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407" name="Flowchart: Data 406"/>
                  <p:cNvSpPr/>
                  <p:nvPr/>
                </p:nvSpPr>
                <p:spPr>
                  <a:xfrm flipH="1">
                    <a:off x="4903131" y="5070706"/>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408" name="Flowchart: Data 407"/>
                  <p:cNvSpPr/>
                  <p:nvPr/>
                </p:nvSpPr>
                <p:spPr>
                  <a:xfrm flipH="1">
                    <a:off x="4967769" y="5139748"/>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grpSp>
            <p:grpSp>
              <p:nvGrpSpPr>
                <p:cNvPr id="396" name="Group 395"/>
                <p:cNvGrpSpPr/>
                <p:nvPr/>
              </p:nvGrpSpPr>
              <p:grpSpPr>
                <a:xfrm>
                  <a:off x="5873140" y="5032450"/>
                  <a:ext cx="348408" cy="462902"/>
                  <a:chOff x="4644580" y="4794538"/>
                  <a:chExt cx="760263" cy="759463"/>
                </a:xfrm>
              </p:grpSpPr>
              <p:sp>
                <p:nvSpPr>
                  <p:cNvPr id="397" name="Flowchart: Data 396"/>
                  <p:cNvSpPr/>
                  <p:nvPr/>
                </p:nvSpPr>
                <p:spPr>
                  <a:xfrm flipH="1">
                    <a:off x="4644580" y="4794538"/>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98" name="Flowchart: Data 397"/>
                  <p:cNvSpPr/>
                  <p:nvPr/>
                </p:nvSpPr>
                <p:spPr>
                  <a:xfrm flipH="1">
                    <a:off x="4709218" y="4863580"/>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399" name="Flowchart: Data 398"/>
                  <p:cNvSpPr/>
                  <p:nvPr/>
                </p:nvSpPr>
                <p:spPr>
                  <a:xfrm flipH="1">
                    <a:off x="4773856" y="4932622"/>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400" name="Flowchart: Data 399"/>
                  <p:cNvSpPr/>
                  <p:nvPr/>
                </p:nvSpPr>
                <p:spPr>
                  <a:xfrm flipH="1">
                    <a:off x="4838493" y="5001664"/>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401" name="Flowchart: Data 400"/>
                  <p:cNvSpPr/>
                  <p:nvPr/>
                </p:nvSpPr>
                <p:spPr>
                  <a:xfrm flipH="1">
                    <a:off x="4903131" y="5070706"/>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402" name="Flowchart: Data 401"/>
                  <p:cNvSpPr/>
                  <p:nvPr/>
                </p:nvSpPr>
                <p:spPr>
                  <a:xfrm flipH="1">
                    <a:off x="4967769" y="5139748"/>
                    <a:ext cx="437074" cy="41425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grpSp>
          </p:grpSp>
          <p:grpSp>
            <p:nvGrpSpPr>
              <p:cNvPr id="389" name="Group 388"/>
              <p:cNvGrpSpPr/>
              <p:nvPr/>
            </p:nvGrpSpPr>
            <p:grpSpPr>
              <a:xfrm>
                <a:off x="10038007" y="5426558"/>
                <a:ext cx="511261" cy="568033"/>
                <a:chOff x="9940600" y="3413138"/>
                <a:chExt cx="1037530" cy="1087389"/>
              </a:xfrm>
            </p:grpSpPr>
            <p:sp>
              <p:nvSpPr>
                <p:cNvPr id="390" name="Flowchart: Data 389"/>
                <p:cNvSpPr/>
                <p:nvPr/>
              </p:nvSpPr>
              <p:spPr>
                <a:xfrm flipH="1">
                  <a:off x="9940600" y="3413138"/>
                  <a:ext cx="581166" cy="593121"/>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91" name="Flowchart: Data 390"/>
                <p:cNvSpPr/>
                <p:nvPr/>
              </p:nvSpPr>
              <p:spPr>
                <a:xfrm flipH="1">
                  <a:off x="10033735" y="3536705"/>
                  <a:ext cx="581166" cy="593121"/>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92" name="Flowchart: Data 391"/>
                <p:cNvSpPr/>
                <p:nvPr/>
              </p:nvSpPr>
              <p:spPr>
                <a:xfrm flipH="1">
                  <a:off x="10154811" y="3660272"/>
                  <a:ext cx="581166" cy="593121"/>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93" name="Flowchart: Data 392"/>
                <p:cNvSpPr/>
                <p:nvPr/>
              </p:nvSpPr>
              <p:spPr>
                <a:xfrm flipH="1">
                  <a:off x="10275887" y="3783839"/>
                  <a:ext cx="581166" cy="593121"/>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sp>
              <p:nvSpPr>
                <p:cNvPr id="394" name="Flowchart: Data 393"/>
                <p:cNvSpPr/>
                <p:nvPr/>
              </p:nvSpPr>
              <p:spPr>
                <a:xfrm flipH="1">
                  <a:off x="10396964" y="3907406"/>
                  <a:ext cx="581166" cy="593121"/>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5"/>
                </a:p>
              </p:txBody>
            </p:sp>
          </p:grpSp>
        </p:grpSp>
      </p:grpSp>
      <p:sp>
        <p:nvSpPr>
          <p:cNvPr id="436" name="Right Arrow 435"/>
          <p:cNvSpPr/>
          <p:nvPr/>
        </p:nvSpPr>
        <p:spPr>
          <a:xfrm>
            <a:off x="7102154" y="2573599"/>
            <a:ext cx="194753" cy="1633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0"/>
          </a:p>
        </p:txBody>
      </p:sp>
      <p:sp>
        <p:nvSpPr>
          <p:cNvPr id="437" name="TextBox 436"/>
          <p:cNvSpPr txBox="1"/>
          <p:nvPr/>
        </p:nvSpPr>
        <p:spPr>
          <a:xfrm>
            <a:off x="7296907" y="1619568"/>
            <a:ext cx="1425390" cy="185564"/>
          </a:xfrm>
          <a:prstGeom prst="rect">
            <a:avLst/>
          </a:prstGeom>
          <a:noFill/>
        </p:spPr>
        <p:txBody>
          <a:bodyPr wrap="none" rtlCol="0">
            <a:spAutoFit/>
          </a:bodyPr>
          <a:lstStyle/>
          <a:p>
            <a:r>
              <a:rPr lang="en-US" sz="605" dirty="0"/>
              <a:t>2 Dense layers with a 20% dropout  </a:t>
            </a:r>
            <a:endParaRPr lang="en-US" sz="605" dirty="0"/>
          </a:p>
        </p:txBody>
      </p:sp>
      <p:pic>
        <p:nvPicPr>
          <p:cNvPr id="438" name="Picture 437"/>
          <p:cNvPicPr>
            <a:picLocks noChangeAspect="1"/>
          </p:cNvPicPr>
          <p:nvPr/>
        </p:nvPicPr>
        <p:blipFill>
          <a:blip r:embed="rId1">
            <a:extLst>
              <a:ext uri="{BEBA8EAE-BF5A-486C-A8C5-ECC9F3942E4B}">
                <a14:imgProps xmlns:a14="http://schemas.microsoft.com/office/drawing/2010/main">
                  <a14:imgLayer r:embed="rId2">
                    <a14:imgEffect>
                      <a14:backgroundRemoval t="592" b="100000" l="1633" r="89796">
                        <a14:foregroundMark x1="27347" y1="27219" x2="27347" y2="27219"/>
                        <a14:foregroundMark x1="27347" y1="27219" x2="27347" y2="27219"/>
                        <a14:foregroundMark x1="27347" y1="36095" x2="25714" y2="8284"/>
                        <a14:foregroundMark x1="43673" y1="13609" x2="38367" y2="12426"/>
                        <a14:foregroundMark x1="16327" y1="5325" x2="6122" y2="91124"/>
                        <a14:foregroundMark x1="74694" y1="23077" x2="77959" y2="32544"/>
                        <a14:foregroundMark x1="51020" y1="94083" x2="84898" y2="93491"/>
                        <a14:foregroundMark x1="74286" y1="89941" x2="74286" y2="91716"/>
                        <a14:foregroundMark x1="74286" y1="91124" x2="74286" y2="91124"/>
                        <a14:foregroundMark x1="67347" y1="91124" x2="67347" y2="91124"/>
                        <a14:foregroundMark x1="57959" y1="89941" x2="57959" y2="89941"/>
                        <a14:backgroundMark x1="62449" y1="5917" x2="62449" y2="5917"/>
                        <a14:backgroundMark x1="74286" y1="6509" x2="74286" y2="6509"/>
                      </a14:backgroundRemoval>
                    </a14:imgEffect>
                  </a14:imgLayer>
                </a14:imgProps>
              </a:ext>
            </a:extLst>
          </a:blip>
          <a:stretch>
            <a:fillRect/>
          </a:stretch>
        </p:blipFill>
        <p:spPr>
          <a:xfrm>
            <a:off x="7328113" y="1791488"/>
            <a:ext cx="1815887" cy="2130120"/>
          </a:xfrm>
          <a:prstGeom prst="rect">
            <a:avLst/>
          </a:prstGeom>
        </p:spPr>
      </p:pic>
      <p:pic>
        <p:nvPicPr>
          <p:cNvPr id="439" name="Picture 438"/>
          <p:cNvPicPr>
            <a:picLocks noChangeAspect="1"/>
          </p:cNvPicPr>
          <p:nvPr/>
        </p:nvPicPr>
        <p:blipFill>
          <a:blip r:embed="rId3"/>
          <a:stretch>
            <a:fillRect/>
          </a:stretch>
        </p:blipFill>
        <p:spPr>
          <a:xfrm>
            <a:off x="406494" y="2330894"/>
            <a:ext cx="775885" cy="805346"/>
          </a:xfrm>
          <a:prstGeom prst="rect">
            <a:avLst/>
          </a:prstGeom>
          <a:effectLst>
            <a:glow rad="63500">
              <a:schemeClr val="accent3">
                <a:satMod val="175000"/>
                <a:alpha val="40000"/>
              </a:schemeClr>
            </a:glow>
            <a:softEdge rad="127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80"/>
                                        </p:tgtEl>
                                        <p:attrNameLst>
                                          <p:attrName>style.visibility</p:attrName>
                                        </p:attrNameLst>
                                      </p:cBhvr>
                                      <p:to>
                                        <p:strVal val="visible"/>
                                      </p:to>
                                    </p:set>
                                    <p:anim calcmode="lin" valueType="num">
                                      <p:cBhvr additive="base">
                                        <p:cTn id="11" dur="500" fill="hold"/>
                                        <p:tgtEl>
                                          <p:spTgt spid="280"/>
                                        </p:tgtEl>
                                        <p:attrNameLst>
                                          <p:attrName>ppt_x</p:attrName>
                                        </p:attrNameLst>
                                      </p:cBhvr>
                                      <p:tavLst>
                                        <p:tav tm="0">
                                          <p:val>
                                            <p:strVal val="#ppt_x"/>
                                          </p:val>
                                        </p:tav>
                                        <p:tav tm="100000">
                                          <p:val>
                                            <p:strVal val="#ppt_x"/>
                                          </p:val>
                                        </p:tav>
                                      </p:tavLst>
                                    </p:anim>
                                    <p:anim calcmode="lin" valueType="num">
                                      <p:cBhvr additive="base">
                                        <p:cTn id="12" dur="500" fill="hold"/>
                                        <p:tgtEl>
                                          <p:spTgt spid="28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39"/>
                                        </p:tgtEl>
                                        <p:attrNameLst>
                                          <p:attrName>style.visibility</p:attrName>
                                        </p:attrNameLst>
                                      </p:cBhvr>
                                      <p:to>
                                        <p:strVal val="visible"/>
                                      </p:to>
                                    </p:set>
                                    <p:animEffect transition="in" filter="fade">
                                      <p:cBhvr>
                                        <p:cTn id="17" dur="500"/>
                                        <p:tgtEl>
                                          <p:spTgt spid="43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77"/>
                                        </p:tgtEl>
                                        <p:attrNameLst>
                                          <p:attrName>style.visibility</p:attrName>
                                        </p:attrNameLst>
                                      </p:cBhvr>
                                      <p:to>
                                        <p:strVal val="visible"/>
                                      </p:to>
                                    </p:set>
                                    <p:animEffect transition="in" filter="fade">
                                      <p:cBhvr>
                                        <p:cTn id="22" dur="500"/>
                                        <p:tgtEl>
                                          <p:spTgt spid="277"/>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78"/>
                                        </p:tgtEl>
                                        <p:attrNameLst>
                                          <p:attrName>style.visibility</p:attrName>
                                        </p:attrNameLst>
                                      </p:cBhvr>
                                      <p:to>
                                        <p:strVal val="visible"/>
                                      </p:to>
                                    </p:set>
                                    <p:animEffect transition="in" filter="fade">
                                      <p:cBhvr>
                                        <p:cTn id="31" dur="500"/>
                                        <p:tgtEl>
                                          <p:spTgt spid="278"/>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4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79"/>
                                        </p:tgtEl>
                                        <p:attrNameLst>
                                          <p:attrName>style.visibility</p:attrName>
                                        </p:attrNameLst>
                                      </p:cBhvr>
                                      <p:to>
                                        <p:strVal val="visible"/>
                                      </p:to>
                                    </p:set>
                                    <p:animEffect transition="in" filter="fade">
                                      <p:cBhvr>
                                        <p:cTn id="40" dur="500"/>
                                        <p:tgtEl>
                                          <p:spTgt spid="279"/>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0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80"/>
                                        </p:tgtEl>
                                        <p:attrNameLst>
                                          <p:attrName>style.visibility</p:attrName>
                                        </p:attrNameLst>
                                      </p:cBhvr>
                                      <p:to>
                                        <p:strVal val="visible"/>
                                      </p:to>
                                    </p:set>
                                    <p:animEffect transition="in" filter="fade">
                                      <p:cBhvr>
                                        <p:cTn id="49" dur="500"/>
                                        <p:tgtEl>
                                          <p:spTgt spid="38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381"/>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36"/>
                                        </p:tgtEl>
                                        <p:attrNameLst>
                                          <p:attrName>style.visibility</p:attrName>
                                        </p:attrNameLst>
                                      </p:cBhvr>
                                      <p:to>
                                        <p:strVal val="visible"/>
                                      </p:to>
                                    </p:set>
                                    <p:animEffect transition="in" filter="fade">
                                      <p:cBhvr>
                                        <p:cTn id="58" dur="500"/>
                                        <p:tgtEl>
                                          <p:spTgt spid="436"/>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3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2" grpId="0"/>
      <p:bldP spid="277" grpId="0" animBg="1"/>
      <p:bldP spid="278" grpId="0" animBg="1"/>
      <p:bldP spid="279" grpId="0" animBg="1"/>
      <p:bldP spid="380" grpId="0" animBg="1"/>
      <p:bldP spid="436" grpId="0" animBg="1"/>
      <p:bldP spid="43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95"/>
        <p:cNvGrpSpPr/>
        <p:nvPr/>
      </p:nvGrpSpPr>
      <p:grpSpPr>
        <a:xfrm>
          <a:off x="0" y="0"/>
          <a:ext cx="0" cy="0"/>
          <a:chOff x="0" y="0"/>
          <a:chExt cx="0" cy="0"/>
        </a:xfrm>
      </p:grpSpPr>
      <p:pic>
        <p:nvPicPr>
          <p:cNvPr id="14" name="Picture 1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80604" y="627275"/>
            <a:ext cx="7658100" cy="4368799"/>
          </a:xfrm>
          <a:prstGeom prst="rect">
            <a:avLst/>
          </a:prstGeom>
        </p:spPr>
      </p:pic>
      <p:sp>
        <p:nvSpPr>
          <p:cNvPr id="68" name="Title 5"/>
          <p:cNvSpPr>
            <a:spLocks noGrp="1"/>
          </p:cNvSpPr>
          <p:nvPr>
            <p:ph type="title"/>
          </p:nvPr>
        </p:nvSpPr>
        <p:spPr>
          <a:xfrm>
            <a:off x="2171700" y="272286"/>
            <a:ext cx="4675909" cy="709979"/>
          </a:xfrm>
        </p:spPr>
        <p:txBody>
          <a:bodyPr/>
          <a:lstStyle/>
          <a:p>
            <a:pPr algn="ctr"/>
            <a:r>
              <a:rPr lang="en-US" dirty="0" smtClean="0">
                <a:solidFill>
                  <a:schemeClr val="accent2">
                    <a:lumMod val="25000"/>
                  </a:schemeClr>
                </a:solidFill>
                <a:latin typeface="Segoe UI Black" panose="020B0A02040204020203" pitchFamily="34" charset="0"/>
                <a:ea typeface="Segoe UI Black" panose="020B0A02040204020203" pitchFamily="34" charset="0"/>
              </a:rPr>
              <a:t>Conv2D</a:t>
            </a:r>
            <a:r>
              <a:rPr lang="en-US" dirty="0" smtClean="0">
                <a:solidFill>
                  <a:schemeClr val="accent2">
                    <a:lumMod val="25000"/>
                  </a:schemeClr>
                </a:solidFill>
              </a:rPr>
              <a:t> </a:t>
            </a:r>
            <a:endParaRPr lang="en-US" dirty="0">
              <a:solidFill>
                <a:schemeClr val="accent2">
                  <a:lumMod val="25000"/>
                </a:schemeClr>
              </a:solidFill>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additive="base">
                                        <p:cTn id="7" dur="500" fill="hold"/>
                                        <p:tgtEl>
                                          <p:spTgt spid="68"/>
                                        </p:tgtEl>
                                        <p:attrNameLst>
                                          <p:attrName>ppt_x</p:attrName>
                                        </p:attrNameLst>
                                      </p:cBhvr>
                                      <p:tavLst>
                                        <p:tav tm="0">
                                          <p:val>
                                            <p:strVal val="#ppt_x"/>
                                          </p:val>
                                        </p:tav>
                                        <p:tav tm="100000">
                                          <p:val>
                                            <p:strVal val="#ppt_x"/>
                                          </p:val>
                                        </p:tav>
                                      </p:tavLst>
                                    </p:anim>
                                    <p:anim calcmode="lin" valueType="num">
                                      <p:cBhvr additive="base">
                                        <p:cTn id="8"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left)">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74026" y="1313646"/>
            <a:ext cx="6671256" cy="2768958"/>
          </a:xfrm>
          <a:prstGeom prst="rect">
            <a:avLst/>
          </a:prstGeom>
        </p:spPr>
      </p:pic>
      <p:sp>
        <p:nvSpPr>
          <p:cNvPr id="16" name="Title 5"/>
          <p:cNvSpPr>
            <a:spLocks noGrp="1"/>
          </p:cNvSpPr>
          <p:nvPr>
            <p:ph type="title"/>
          </p:nvPr>
        </p:nvSpPr>
        <p:spPr>
          <a:xfrm>
            <a:off x="2171700" y="272286"/>
            <a:ext cx="4675909" cy="709979"/>
          </a:xfrm>
        </p:spPr>
        <p:txBody>
          <a:bodyPr/>
          <a:lstStyle/>
          <a:p>
            <a:pPr algn="ctr"/>
            <a:r>
              <a:rPr lang="en-US" dirty="0" smtClean="0">
                <a:solidFill>
                  <a:schemeClr val="accent2">
                    <a:lumMod val="25000"/>
                  </a:schemeClr>
                </a:solidFill>
              </a:rPr>
              <a:t>Max Pooling</a:t>
            </a:r>
            <a:r>
              <a:rPr lang="en-US" dirty="0" smtClean="0">
                <a:solidFill>
                  <a:schemeClr val="accent2">
                    <a:lumMod val="25000"/>
                  </a:schemeClr>
                </a:solidFill>
              </a:rPr>
              <a:t> </a:t>
            </a:r>
            <a:endParaRPr lang="en-US" dirty="0">
              <a:solidFill>
                <a:schemeClr val="accent2">
                  <a:lumMod val="2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left)">
                                      <p:cBhvr>
                                        <p:cTn id="1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97736" y="1301596"/>
            <a:ext cx="6858000" cy="3572851"/>
          </a:xfrm>
          <a:prstGeom prst="rect">
            <a:avLst/>
          </a:prstGeom>
        </p:spPr>
      </p:pic>
      <p:sp>
        <p:nvSpPr>
          <p:cNvPr id="16" name="Title 5"/>
          <p:cNvSpPr>
            <a:spLocks noGrp="1"/>
          </p:cNvSpPr>
          <p:nvPr>
            <p:ph type="title"/>
          </p:nvPr>
        </p:nvSpPr>
        <p:spPr>
          <a:xfrm>
            <a:off x="2506551" y="298043"/>
            <a:ext cx="4675909" cy="709979"/>
          </a:xfrm>
        </p:spPr>
        <p:txBody>
          <a:bodyPr/>
          <a:lstStyle/>
          <a:p>
            <a:pPr algn="ctr"/>
            <a:r>
              <a:rPr lang="en-US" dirty="0" smtClean="0">
                <a:solidFill>
                  <a:schemeClr val="accent2">
                    <a:lumMod val="25000"/>
                  </a:schemeClr>
                </a:solidFill>
              </a:rPr>
              <a:t>Flatten &amp; fully-connected</a:t>
            </a:r>
            <a:endParaRPr lang="en-US" dirty="0">
              <a:solidFill>
                <a:schemeClr val="accent2">
                  <a:lumMod val="2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left)">
                                      <p:cBhvr>
                                        <p:cTn id="1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31"/>
        <p:cNvGrpSpPr/>
        <p:nvPr/>
      </p:nvGrpSpPr>
      <p:grpSpPr>
        <a:xfrm>
          <a:off x="0" y="0"/>
          <a:ext cx="0" cy="0"/>
          <a:chOff x="0" y="0"/>
          <a:chExt cx="0" cy="0"/>
        </a:xfrm>
      </p:grpSpPr>
      <p:sp>
        <p:nvSpPr>
          <p:cNvPr id="2732" name="Google Shape;2732;p50"/>
          <p:cNvSpPr txBox="1">
            <a:spLocks noGrp="1"/>
          </p:cNvSpPr>
          <p:nvPr>
            <p:ph type="title"/>
          </p:nvPr>
        </p:nvSpPr>
        <p:spPr>
          <a:xfrm>
            <a:off x="2624328" y="1546549"/>
            <a:ext cx="3904500" cy="190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0000" dirty="0" smtClean="0"/>
              <a:t>Tools </a:t>
            </a:r>
            <a:endParaRPr sz="10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73"/>
        <p:cNvGrpSpPr/>
        <p:nvPr/>
      </p:nvGrpSpPr>
      <p:grpSpPr>
        <a:xfrm>
          <a:off x="0" y="0"/>
          <a:ext cx="0" cy="0"/>
          <a:chOff x="0" y="0"/>
          <a:chExt cx="0" cy="0"/>
        </a:xfrm>
      </p:grpSpPr>
      <p:sp>
        <p:nvSpPr>
          <p:cNvPr id="2975" name="Google Shape;2975;p52"/>
          <p:cNvSpPr txBox="1">
            <a:spLocks noGrp="1"/>
          </p:cNvSpPr>
          <p:nvPr>
            <p:ph type="subTitle" idx="5"/>
          </p:nvPr>
        </p:nvSpPr>
        <p:spPr>
          <a:xfrm>
            <a:off x="6260341" y="2102856"/>
            <a:ext cx="1764900" cy="457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dirty="0" smtClean="0">
                <a:solidFill>
                  <a:schemeClr val="tx1"/>
                </a:solidFill>
              </a:rPr>
              <a:t>Keras </a:t>
            </a:r>
            <a:endParaRPr dirty="0">
              <a:solidFill>
                <a:schemeClr val="tx1"/>
              </a:solidFill>
            </a:endParaRPr>
          </a:p>
        </p:txBody>
      </p:sp>
      <p:sp>
        <p:nvSpPr>
          <p:cNvPr id="2976" name="Google Shape;2976;p52"/>
          <p:cNvSpPr txBox="1">
            <a:spLocks noGrp="1"/>
          </p:cNvSpPr>
          <p:nvPr>
            <p:ph type="subTitle" idx="1"/>
          </p:nvPr>
        </p:nvSpPr>
        <p:spPr>
          <a:xfrm>
            <a:off x="701859" y="2112677"/>
            <a:ext cx="1764900" cy="457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smtClean="0">
                <a:solidFill>
                  <a:schemeClr val="tx1"/>
                </a:solidFill>
              </a:rPr>
              <a:t>P</a:t>
            </a:r>
            <a:r>
              <a:rPr lang="en-GB" dirty="0" smtClean="0">
                <a:solidFill>
                  <a:schemeClr val="tx1"/>
                </a:solidFill>
              </a:rPr>
              <a:t>ython </a:t>
            </a:r>
            <a:endParaRPr dirty="0">
              <a:solidFill>
                <a:schemeClr val="tx1"/>
              </a:solidFill>
            </a:endParaRPr>
          </a:p>
        </p:txBody>
      </p:sp>
      <p:sp>
        <p:nvSpPr>
          <p:cNvPr id="2977" name="Google Shape;2977;p52"/>
          <p:cNvSpPr txBox="1">
            <a:spLocks noGrp="1"/>
          </p:cNvSpPr>
          <p:nvPr>
            <p:ph type="subTitle" idx="3"/>
          </p:nvPr>
        </p:nvSpPr>
        <p:spPr>
          <a:xfrm>
            <a:off x="3689550" y="2069907"/>
            <a:ext cx="1764900" cy="457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smtClean="0">
                <a:solidFill>
                  <a:schemeClr val="tx1"/>
                </a:solidFill>
              </a:rPr>
              <a:t>T</a:t>
            </a:r>
            <a:r>
              <a:rPr lang="en-GB" dirty="0" smtClean="0">
                <a:solidFill>
                  <a:schemeClr val="tx1"/>
                </a:solidFill>
              </a:rPr>
              <a:t>ensorflow </a:t>
            </a:r>
            <a:endParaRPr dirty="0">
              <a:solidFill>
                <a:schemeClr val="tx1"/>
              </a:solidFill>
            </a:endParaRPr>
          </a:p>
        </p:txBody>
      </p:sp>
      <p:sp>
        <p:nvSpPr>
          <p:cNvPr id="2980" name="Google Shape;2980;p52"/>
          <p:cNvSpPr txBox="1">
            <a:spLocks noGrp="1"/>
          </p:cNvSpPr>
          <p:nvPr>
            <p:ph type="title"/>
          </p:nvPr>
        </p:nvSpPr>
        <p:spPr>
          <a:xfrm>
            <a:off x="2379518" y="338328"/>
            <a:ext cx="3673954" cy="5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smtClean="0"/>
              <a:t>Programming tools  </a:t>
            </a:r>
            <a:endParaRPr dirty="0"/>
          </a:p>
        </p:txBody>
      </p:sp>
      <p:pic>
        <p:nvPicPr>
          <p:cNvPr id="33" name="Picture 32"/>
          <p:cNvPicPr/>
          <p:nvPr/>
        </p:nvPicPr>
        <p:blipFill>
          <a:blip r:embed="rId1"/>
          <a:stretch>
            <a:fillRect/>
          </a:stretch>
        </p:blipFill>
        <p:spPr>
          <a:xfrm>
            <a:off x="1022969" y="925616"/>
            <a:ext cx="1122680" cy="1170305"/>
          </a:xfrm>
          <a:prstGeom prst="rect">
            <a:avLst/>
          </a:prstGeom>
          <a:noFill/>
          <a:ln>
            <a:noFill/>
          </a:ln>
        </p:spPr>
      </p:pic>
      <p:pic>
        <p:nvPicPr>
          <p:cNvPr id="36" name="Picture 35" descr="IMG_256"/>
          <p:cNvPicPr/>
          <p:nvPr/>
        </p:nvPicPr>
        <p:blipFill>
          <a:blip r:embed="rId2"/>
          <a:stretch>
            <a:fillRect/>
          </a:stretch>
        </p:blipFill>
        <p:spPr>
          <a:xfrm>
            <a:off x="4133850" y="1061531"/>
            <a:ext cx="876300" cy="923925"/>
          </a:xfrm>
          <a:prstGeom prst="rect">
            <a:avLst/>
          </a:prstGeom>
          <a:noFill/>
          <a:ln w="9525">
            <a:noFill/>
          </a:ln>
        </p:spPr>
      </p:pic>
      <p:pic>
        <p:nvPicPr>
          <p:cNvPr id="38" name="Picture 37" descr="IMG_256"/>
          <p:cNvPicPr/>
          <p:nvPr/>
        </p:nvPicPr>
        <p:blipFill>
          <a:blip r:embed="rId3"/>
          <a:stretch>
            <a:fillRect/>
          </a:stretch>
        </p:blipFill>
        <p:spPr>
          <a:xfrm>
            <a:off x="6709721" y="1174006"/>
            <a:ext cx="866140" cy="856615"/>
          </a:xfrm>
          <a:prstGeom prst="rect">
            <a:avLst/>
          </a:prstGeom>
          <a:noFill/>
          <a:ln w="9525">
            <a:noFill/>
          </a:ln>
        </p:spPr>
      </p:pic>
      <p:sp>
        <p:nvSpPr>
          <p:cNvPr id="12" name="Google Shape;2975;p52"/>
          <p:cNvSpPr txBox="1">
            <a:spLocks noGrp="1"/>
          </p:cNvSpPr>
          <p:nvPr>
            <p:ph type="subTitle" idx="5"/>
          </p:nvPr>
        </p:nvSpPr>
        <p:spPr>
          <a:xfrm>
            <a:off x="5658800" y="4155115"/>
            <a:ext cx="1764900" cy="457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dirty="0" smtClean="0">
                <a:solidFill>
                  <a:schemeClr val="tx1"/>
                </a:solidFill>
              </a:rPr>
              <a:t>PyQt </a:t>
            </a:r>
            <a:endParaRPr dirty="0">
              <a:solidFill>
                <a:schemeClr val="tx1"/>
              </a:solidFill>
            </a:endParaRPr>
          </a:p>
        </p:txBody>
      </p:sp>
      <p:sp>
        <p:nvSpPr>
          <p:cNvPr id="13" name="Google Shape;2977;p52"/>
          <p:cNvSpPr txBox="1">
            <a:spLocks noGrp="1"/>
          </p:cNvSpPr>
          <p:nvPr>
            <p:ph type="subTitle" idx="3"/>
          </p:nvPr>
        </p:nvSpPr>
        <p:spPr>
          <a:xfrm>
            <a:off x="2032844" y="3922891"/>
            <a:ext cx="1764900" cy="457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err="1" smtClean="0">
                <a:solidFill>
                  <a:schemeClr val="tx1"/>
                </a:solidFill>
              </a:rPr>
              <a:t>openCV</a:t>
            </a:r>
            <a:r>
              <a:rPr lang="en-US" dirty="0" smtClean="0">
                <a:solidFill>
                  <a:schemeClr val="tx1"/>
                </a:solidFill>
              </a:rPr>
              <a:t> </a:t>
            </a:r>
            <a:endParaRPr dirty="0">
              <a:solidFill>
                <a:schemeClr val="tx1"/>
              </a:solidFill>
            </a:endParaRPr>
          </a:p>
        </p:txBody>
      </p:sp>
      <p:pic>
        <p:nvPicPr>
          <p:cNvPr id="14" name="Picture 13" descr="IMG_256"/>
          <p:cNvPicPr/>
          <p:nvPr/>
        </p:nvPicPr>
        <p:blipFill>
          <a:blip r:embed="rId4"/>
          <a:srcRect b="26335"/>
          <a:stretch>
            <a:fillRect/>
          </a:stretch>
        </p:blipFill>
        <p:spPr>
          <a:xfrm>
            <a:off x="2434916" y="2804503"/>
            <a:ext cx="960755" cy="1037590"/>
          </a:xfrm>
          <a:prstGeom prst="rect">
            <a:avLst/>
          </a:prstGeom>
          <a:noFill/>
          <a:ln w="9525">
            <a:noFill/>
          </a:ln>
        </p:spPr>
      </p:pic>
      <p:pic>
        <p:nvPicPr>
          <p:cNvPr id="15" name="Picture 14"/>
          <p:cNvPicPr/>
          <p:nvPr/>
        </p:nvPicPr>
        <p:blipFill>
          <a:blip r:embed="rId5"/>
          <a:stretch>
            <a:fillRect/>
          </a:stretch>
        </p:blipFill>
        <p:spPr>
          <a:xfrm>
            <a:off x="5957685" y="2846380"/>
            <a:ext cx="1167130" cy="130873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80"/>
                                        </p:tgtEl>
                                        <p:attrNameLst>
                                          <p:attrName>style.visibility</p:attrName>
                                        </p:attrNameLst>
                                      </p:cBhvr>
                                      <p:to>
                                        <p:strVal val="visible"/>
                                      </p:to>
                                    </p:set>
                                    <p:anim calcmode="lin" valueType="num">
                                      <p:cBhvr additive="base">
                                        <p:cTn id="7" dur="500" fill="hold"/>
                                        <p:tgtEl>
                                          <p:spTgt spid="2980"/>
                                        </p:tgtEl>
                                        <p:attrNameLst>
                                          <p:attrName>ppt_x</p:attrName>
                                        </p:attrNameLst>
                                      </p:cBhvr>
                                      <p:tavLst>
                                        <p:tav tm="0">
                                          <p:val>
                                            <p:strVal val="#ppt_x"/>
                                          </p:val>
                                        </p:tav>
                                        <p:tav tm="100000">
                                          <p:val>
                                            <p:strVal val="#ppt_x"/>
                                          </p:val>
                                        </p:tav>
                                      </p:tavLst>
                                    </p:anim>
                                    <p:anim calcmode="lin" valueType="num">
                                      <p:cBhvr additive="base">
                                        <p:cTn id="8" dur="500" fill="hold"/>
                                        <p:tgtEl>
                                          <p:spTgt spid="298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3"/>
                                        </p:tgtEl>
                                        <p:attrNameLst>
                                          <p:attrName>style.visibility</p:attrName>
                                        </p:attrNameLst>
                                      </p:cBhvr>
                                      <p:to>
                                        <p:strVal val="visible"/>
                                      </p:to>
                                    </p:set>
                                    <p:anim calcmode="lin" valueType="num">
                                      <p:cBhvr additive="base">
                                        <p:cTn id="13" dur="500" fill="hold"/>
                                        <p:tgtEl>
                                          <p:spTgt spid="33"/>
                                        </p:tgtEl>
                                        <p:attrNameLst>
                                          <p:attrName>ppt_x</p:attrName>
                                        </p:attrNameLst>
                                      </p:cBhvr>
                                      <p:tavLst>
                                        <p:tav tm="0">
                                          <p:val>
                                            <p:strVal val="#ppt_x"/>
                                          </p:val>
                                        </p:tav>
                                        <p:tav tm="100000">
                                          <p:val>
                                            <p:strVal val="#ppt_x"/>
                                          </p:val>
                                        </p:tav>
                                      </p:tavLst>
                                    </p:anim>
                                    <p:anim calcmode="lin" valueType="num">
                                      <p:cBhvr additive="base">
                                        <p:cTn id="14"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7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anim calcmode="lin" valueType="num">
                                      <p:cBhvr additive="base">
                                        <p:cTn id="23" dur="500" fill="hold"/>
                                        <p:tgtEl>
                                          <p:spTgt spid="36"/>
                                        </p:tgtEl>
                                        <p:attrNameLst>
                                          <p:attrName>ppt_x</p:attrName>
                                        </p:attrNameLst>
                                      </p:cBhvr>
                                      <p:tavLst>
                                        <p:tav tm="0">
                                          <p:val>
                                            <p:strVal val="#ppt_x"/>
                                          </p:val>
                                        </p:tav>
                                        <p:tav tm="100000">
                                          <p:val>
                                            <p:strVal val="#ppt_x"/>
                                          </p:val>
                                        </p:tav>
                                      </p:tavLst>
                                    </p:anim>
                                    <p:anim calcmode="lin" valueType="num">
                                      <p:cBhvr additive="base">
                                        <p:cTn id="2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977">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8"/>
                                        </p:tgtEl>
                                        <p:attrNameLst>
                                          <p:attrName>style.visibility</p:attrName>
                                        </p:attrNameLst>
                                      </p:cBhvr>
                                      <p:to>
                                        <p:strVal val="visible"/>
                                      </p:to>
                                    </p:set>
                                    <p:anim calcmode="lin" valueType="num">
                                      <p:cBhvr additive="base">
                                        <p:cTn id="33" dur="500" fill="hold"/>
                                        <p:tgtEl>
                                          <p:spTgt spid="38"/>
                                        </p:tgtEl>
                                        <p:attrNameLst>
                                          <p:attrName>ppt_x</p:attrName>
                                        </p:attrNameLst>
                                      </p:cBhvr>
                                      <p:tavLst>
                                        <p:tav tm="0">
                                          <p:val>
                                            <p:strVal val="#ppt_x"/>
                                          </p:val>
                                        </p:tav>
                                        <p:tav tm="100000">
                                          <p:val>
                                            <p:strVal val="#ppt_x"/>
                                          </p:val>
                                        </p:tav>
                                      </p:tavLst>
                                    </p:anim>
                                    <p:anim calcmode="lin" valueType="num">
                                      <p:cBhvr additive="base">
                                        <p:cTn id="34"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975">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500" fill="hold"/>
                                        <p:tgtEl>
                                          <p:spTgt spid="15"/>
                                        </p:tgtEl>
                                        <p:attrNameLst>
                                          <p:attrName>ppt_x</p:attrName>
                                        </p:attrNameLst>
                                      </p:cBhvr>
                                      <p:tavLst>
                                        <p:tav tm="0">
                                          <p:val>
                                            <p:strVal val="#ppt_x"/>
                                          </p:val>
                                        </p:tav>
                                        <p:tav tm="100000">
                                          <p:val>
                                            <p:strVal val="#ppt_x"/>
                                          </p:val>
                                        </p:tav>
                                      </p:tavLst>
                                    </p:anim>
                                    <p:anim calcmode="lin" valueType="num">
                                      <p:cBhvr additive="base">
                                        <p:cTn id="5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5" grpId="0" build="p"/>
      <p:bldP spid="2977" grpId="0" build="p"/>
      <p:bldP spid="2980" grpId="0"/>
      <p:bldP spid="12" grpId="0" build="p"/>
      <p:bldP spid="1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73"/>
        <p:cNvGrpSpPr/>
        <p:nvPr/>
      </p:nvGrpSpPr>
      <p:grpSpPr>
        <a:xfrm>
          <a:off x="0" y="0"/>
          <a:ext cx="0" cy="0"/>
          <a:chOff x="0" y="0"/>
          <a:chExt cx="0" cy="0"/>
        </a:xfrm>
      </p:grpSpPr>
      <p:sp>
        <p:nvSpPr>
          <p:cNvPr id="2975" name="Google Shape;2975;p52"/>
          <p:cNvSpPr txBox="1">
            <a:spLocks noGrp="1"/>
          </p:cNvSpPr>
          <p:nvPr>
            <p:ph type="subTitle" idx="5"/>
          </p:nvPr>
        </p:nvSpPr>
        <p:spPr>
          <a:xfrm>
            <a:off x="6053472" y="3337731"/>
            <a:ext cx="1764900" cy="457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dirty="0" smtClean="0">
                <a:solidFill>
                  <a:schemeClr val="tx1"/>
                </a:solidFill>
              </a:rPr>
              <a:t>Spyder &amp; VScode</a:t>
            </a:r>
            <a:endParaRPr dirty="0">
              <a:solidFill>
                <a:schemeClr val="tx1"/>
              </a:solidFill>
            </a:endParaRPr>
          </a:p>
        </p:txBody>
      </p:sp>
      <p:sp>
        <p:nvSpPr>
          <p:cNvPr id="2980" name="Google Shape;2980;p52"/>
          <p:cNvSpPr txBox="1">
            <a:spLocks noGrp="1"/>
          </p:cNvSpPr>
          <p:nvPr>
            <p:ph type="title"/>
          </p:nvPr>
        </p:nvSpPr>
        <p:spPr>
          <a:xfrm>
            <a:off x="2264494" y="776212"/>
            <a:ext cx="4559577" cy="576000"/>
          </a:xfrm>
          <a:prstGeom prst="rect">
            <a:avLst/>
          </a:prstGeom>
        </p:spPr>
        <p:txBody>
          <a:bodyPr spcFirstLastPara="1" wrap="square" lIns="91425" tIns="91425" rIns="91425" bIns="91425" anchor="t" anchorCtr="0">
            <a:noAutofit/>
          </a:bodyPr>
          <a:lstStyle/>
          <a:p>
            <a:pPr lvl="0"/>
            <a:r>
              <a:rPr lang="en-US" dirty="0" smtClean="0"/>
              <a:t>  </a:t>
            </a:r>
            <a:r>
              <a:rPr lang="en-US" dirty="0" smtClean="0"/>
              <a:t>Development </a:t>
            </a:r>
            <a:r>
              <a:rPr lang="en-US" dirty="0"/>
              <a:t>E</a:t>
            </a:r>
            <a:r>
              <a:rPr lang="en-US" dirty="0" smtClean="0"/>
              <a:t>nvironment </a:t>
            </a:r>
            <a:endParaRPr dirty="0"/>
          </a:p>
        </p:txBody>
      </p:sp>
      <p:pic>
        <p:nvPicPr>
          <p:cNvPr id="7" name="Picture 6" descr="IMG_256"/>
          <p:cNvPicPr/>
          <p:nvPr/>
        </p:nvPicPr>
        <p:blipFill>
          <a:blip r:embed="rId1"/>
          <a:stretch>
            <a:fillRect/>
          </a:stretch>
        </p:blipFill>
        <p:spPr>
          <a:xfrm>
            <a:off x="692117" y="2243717"/>
            <a:ext cx="991870" cy="991870"/>
          </a:xfrm>
          <a:prstGeom prst="rect">
            <a:avLst/>
          </a:prstGeom>
          <a:noFill/>
          <a:ln w="9525">
            <a:noFill/>
          </a:ln>
        </p:spPr>
      </p:pic>
      <p:pic>
        <p:nvPicPr>
          <p:cNvPr id="8" name="Picture 7" descr="IMG_256"/>
          <p:cNvPicPr/>
          <p:nvPr/>
        </p:nvPicPr>
        <p:blipFill>
          <a:blip r:embed="rId2"/>
          <a:srcRect b="19211"/>
          <a:stretch>
            <a:fillRect/>
          </a:stretch>
        </p:blipFill>
        <p:spPr>
          <a:xfrm>
            <a:off x="5762140" y="2243717"/>
            <a:ext cx="924245" cy="880745"/>
          </a:xfrm>
          <a:prstGeom prst="rect">
            <a:avLst/>
          </a:prstGeom>
          <a:noFill/>
          <a:ln w="9525">
            <a:noFill/>
          </a:ln>
        </p:spPr>
      </p:pic>
      <p:pic>
        <p:nvPicPr>
          <p:cNvPr id="9" name="Picture 8" descr="IMG_256"/>
          <p:cNvPicPr/>
          <p:nvPr/>
        </p:nvPicPr>
        <p:blipFill>
          <a:blip r:embed="rId3"/>
          <a:stretch>
            <a:fillRect/>
          </a:stretch>
        </p:blipFill>
        <p:spPr>
          <a:xfrm>
            <a:off x="1842219" y="2243717"/>
            <a:ext cx="844550" cy="935990"/>
          </a:xfrm>
          <a:prstGeom prst="rect">
            <a:avLst/>
          </a:prstGeom>
          <a:noFill/>
          <a:ln w="9525">
            <a:noFill/>
          </a:ln>
        </p:spPr>
      </p:pic>
      <p:sp>
        <p:nvSpPr>
          <p:cNvPr id="11" name="Google Shape;2975;p52"/>
          <p:cNvSpPr txBox="1">
            <a:spLocks noGrp="1"/>
          </p:cNvSpPr>
          <p:nvPr>
            <p:ph type="subTitle" idx="5"/>
          </p:nvPr>
        </p:nvSpPr>
        <p:spPr>
          <a:xfrm>
            <a:off x="477327" y="3366166"/>
            <a:ext cx="2729783" cy="457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smtClean="0">
                <a:solidFill>
                  <a:schemeClr val="tx1"/>
                </a:solidFill>
              </a:rPr>
              <a:t>Collab &amp; </a:t>
            </a:r>
            <a:r>
              <a:rPr lang="en-US" dirty="0" err="1" smtClean="0">
                <a:solidFill>
                  <a:schemeClr val="tx1"/>
                </a:solidFill>
              </a:rPr>
              <a:t>jupyter</a:t>
            </a:r>
            <a:r>
              <a:rPr lang="en-US" dirty="0" smtClean="0">
                <a:solidFill>
                  <a:schemeClr val="tx1"/>
                </a:solidFill>
              </a:rPr>
              <a:t> notebook </a:t>
            </a:r>
            <a:endParaRPr dirty="0">
              <a:solidFill>
                <a:schemeClr val="tx1"/>
              </a:solidFill>
            </a:endParaRPr>
          </a:p>
        </p:txBody>
      </p:sp>
      <p:pic>
        <p:nvPicPr>
          <p:cNvPr id="10" name="Picture 9" descr="IMG_256"/>
          <p:cNvPicPr/>
          <p:nvPr/>
        </p:nvPicPr>
        <p:blipFill>
          <a:blip r:embed="rId4"/>
          <a:stretch>
            <a:fillRect/>
          </a:stretch>
        </p:blipFill>
        <p:spPr>
          <a:xfrm>
            <a:off x="7014765" y="2243717"/>
            <a:ext cx="844550" cy="8763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80"/>
                                        </p:tgtEl>
                                        <p:attrNameLst>
                                          <p:attrName>style.visibility</p:attrName>
                                        </p:attrNameLst>
                                      </p:cBhvr>
                                      <p:to>
                                        <p:strVal val="visible"/>
                                      </p:to>
                                    </p:set>
                                    <p:anim calcmode="lin" valueType="num">
                                      <p:cBhvr additive="base">
                                        <p:cTn id="7" dur="500" fill="hold"/>
                                        <p:tgtEl>
                                          <p:spTgt spid="2980"/>
                                        </p:tgtEl>
                                        <p:attrNameLst>
                                          <p:attrName>ppt_x</p:attrName>
                                        </p:attrNameLst>
                                      </p:cBhvr>
                                      <p:tavLst>
                                        <p:tav tm="0">
                                          <p:val>
                                            <p:strVal val="#ppt_x"/>
                                          </p:val>
                                        </p:tav>
                                        <p:tav tm="100000">
                                          <p:val>
                                            <p:strVal val="#ppt_x"/>
                                          </p:val>
                                        </p:tav>
                                      </p:tavLst>
                                    </p:anim>
                                    <p:anim calcmode="lin" valueType="num">
                                      <p:cBhvr additive="base">
                                        <p:cTn id="8" dur="500" fill="hold"/>
                                        <p:tgtEl>
                                          <p:spTgt spid="298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nodeType="after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childTnLst>
                          </p:cTn>
                        </p:par>
                        <p:par>
                          <p:cTn id="20" fill="hold">
                            <p:stCondLst>
                              <p:cond delay="1000"/>
                            </p:stCondLst>
                            <p:childTnLst>
                              <p:par>
                                <p:cTn id="21" presetID="1" presetClass="entr" presetSubtype="0" fill="hold" grpId="0" nodeType="afterEffect">
                                  <p:stCondLst>
                                    <p:cond delay="60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par>
                          <p:cTn id="29" fill="hold">
                            <p:stCondLst>
                              <p:cond delay="500"/>
                            </p:stCondLst>
                            <p:childTnLst>
                              <p:par>
                                <p:cTn id="30" presetID="2" presetClass="entr" presetSubtype="4" fill="hold" nodeType="after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500" fill="hold"/>
                                        <p:tgtEl>
                                          <p:spTgt spid="10"/>
                                        </p:tgtEl>
                                        <p:attrNameLst>
                                          <p:attrName>ppt_x</p:attrName>
                                        </p:attrNameLst>
                                      </p:cBhvr>
                                      <p:tavLst>
                                        <p:tav tm="0">
                                          <p:val>
                                            <p:strVal val="#ppt_x"/>
                                          </p:val>
                                        </p:tav>
                                        <p:tav tm="100000">
                                          <p:val>
                                            <p:strVal val="#ppt_x"/>
                                          </p:val>
                                        </p:tav>
                                      </p:tavLst>
                                    </p:anim>
                                    <p:anim calcmode="lin" valueType="num">
                                      <p:cBhvr additive="base">
                                        <p:cTn id="33" dur="500" fill="hold"/>
                                        <p:tgtEl>
                                          <p:spTgt spid="10"/>
                                        </p:tgtEl>
                                        <p:attrNameLst>
                                          <p:attrName>ppt_y</p:attrName>
                                        </p:attrNameLst>
                                      </p:cBhvr>
                                      <p:tavLst>
                                        <p:tav tm="0">
                                          <p:val>
                                            <p:strVal val="1+#ppt_h/2"/>
                                          </p:val>
                                        </p:tav>
                                        <p:tav tm="100000">
                                          <p:val>
                                            <p:strVal val="#ppt_y"/>
                                          </p:val>
                                        </p:tav>
                                      </p:tavLst>
                                    </p:anim>
                                  </p:childTnLst>
                                </p:cTn>
                              </p:par>
                            </p:childTnLst>
                          </p:cTn>
                        </p:par>
                        <p:par>
                          <p:cTn id="34" fill="hold">
                            <p:stCondLst>
                              <p:cond delay="1000"/>
                            </p:stCondLst>
                            <p:childTnLst>
                              <p:par>
                                <p:cTn id="35" presetID="1" presetClass="entr" presetSubtype="0" fill="hold" grpId="0" nodeType="afterEffect">
                                  <p:stCondLst>
                                    <p:cond delay="400"/>
                                  </p:stCondLst>
                                  <p:childTnLst>
                                    <p:set>
                                      <p:cBhvr>
                                        <p:cTn id="36" dur="1" fill="hold">
                                          <p:stCondLst>
                                            <p:cond delay="0"/>
                                          </p:stCondLst>
                                        </p:cTn>
                                        <p:tgtEl>
                                          <p:spTgt spid="297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5" grpId="0" build="p"/>
      <p:bldP spid="2980" grpId="0"/>
      <p:bldP spid="1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31"/>
        <p:cNvGrpSpPr/>
        <p:nvPr/>
      </p:nvGrpSpPr>
      <p:grpSpPr>
        <a:xfrm>
          <a:off x="0" y="0"/>
          <a:ext cx="0" cy="0"/>
          <a:chOff x="0" y="0"/>
          <a:chExt cx="0" cy="0"/>
        </a:xfrm>
      </p:grpSpPr>
      <p:sp>
        <p:nvSpPr>
          <p:cNvPr id="2732" name="Google Shape;2732;p50"/>
          <p:cNvSpPr txBox="1">
            <a:spLocks noGrp="1"/>
          </p:cNvSpPr>
          <p:nvPr>
            <p:ph type="title"/>
          </p:nvPr>
        </p:nvSpPr>
        <p:spPr>
          <a:xfrm>
            <a:off x="2119086" y="1461972"/>
            <a:ext cx="5266910" cy="190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chemeClr val="accent2">
                    <a:lumMod val="25000"/>
                  </a:schemeClr>
                </a:solidFill>
              </a:rPr>
              <a:t>Implementation</a:t>
            </a:r>
            <a:r>
              <a:rPr lang="en-US" sz="10000" dirty="0" smtClean="0"/>
              <a:t>  </a:t>
            </a:r>
            <a:endParaRPr sz="10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32"/>
                                        </p:tgtEl>
                                        <p:attrNameLst>
                                          <p:attrName>style.visibility</p:attrName>
                                        </p:attrNameLst>
                                      </p:cBhvr>
                                      <p:to>
                                        <p:strVal val="visible"/>
                                      </p:to>
                                    </p:set>
                                    <p:anim calcmode="lin" valueType="num">
                                      <p:cBhvr additive="base">
                                        <p:cTn id="7" dur="500" fill="hold"/>
                                        <p:tgtEl>
                                          <p:spTgt spid="2732"/>
                                        </p:tgtEl>
                                        <p:attrNameLst>
                                          <p:attrName>ppt_x</p:attrName>
                                        </p:attrNameLst>
                                      </p:cBhvr>
                                      <p:tavLst>
                                        <p:tav tm="0">
                                          <p:val>
                                            <p:strVal val="#ppt_x"/>
                                          </p:val>
                                        </p:tav>
                                        <p:tav tm="100000">
                                          <p:val>
                                            <p:strVal val="#ppt_x"/>
                                          </p:val>
                                        </p:tav>
                                      </p:tavLst>
                                    </p:anim>
                                    <p:anim calcmode="lin" valueType="num">
                                      <p:cBhvr additive="base">
                                        <p:cTn id="8" dur="500" fill="hold"/>
                                        <p:tgtEl>
                                          <p:spTgt spid="27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1"/>
          <a:stretch>
            <a:fillRect/>
          </a:stretch>
        </p:blipFill>
        <p:spPr>
          <a:xfrm>
            <a:off x="1525333" y="788496"/>
            <a:ext cx="5887272" cy="990738"/>
          </a:xfrm>
          <a:prstGeom prst="rect">
            <a:avLst/>
          </a:prstGeom>
        </p:spPr>
      </p:pic>
      <p:pic>
        <p:nvPicPr>
          <p:cNvPr id="16" name="Picture 15"/>
          <p:cNvPicPr>
            <a:picLocks noChangeAspect="1"/>
          </p:cNvPicPr>
          <p:nvPr/>
        </p:nvPicPr>
        <p:blipFill>
          <a:blip r:embed="rId2"/>
          <a:stretch>
            <a:fillRect/>
          </a:stretch>
        </p:blipFill>
        <p:spPr>
          <a:xfrm>
            <a:off x="1196675" y="1892201"/>
            <a:ext cx="6544588" cy="3277057"/>
          </a:xfrm>
          <a:prstGeom prst="rect">
            <a:avLst/>
          </a:prstGeom>
        </p:spPr>
      </p:pic>
      <p:sp>
        <p:nvSpPr>
          <p:cNvPr id="17" name="TextBox 16"/>
          <p:cNvSpPr txBox="1"/>
          <p:nvPr/>
        </p:nvSpPr>
        <p:spPr>
          <a:xfrm>
            <a:off x="2749640" y="206063"/>
            <a:ext cx="3644721" cy="400110"/>
          </a:xfrm>
          <a:prstGeom prst="rect">
            <a:avLst/>
          </a:prstGeom>
          <a:noFill/>
        </p:spPr>
        <p:txBody>
          <a:bodyPr wrap="square" rtlCol="0">
            <a:spAutoFit/>
          </a:bodyPr>
          <a:lstStyle/>
          <a:p>
            <a:pPr algn="ctr"/>
            <a:r>
              <a:rPr lang="en-US" sz="2000" dirty="0">
                <a:solidFill>
                  <a:schemeClr val="accent2">
                    <a:lumMod val="25000"/>
                  </a:schemeClr>
                </a:solidFill>
                <a:latin typeface="Fjalla One"/>
                <a:ea typeface="Fjalla One"/>
                <a:cs typeface="Fjalla One"/>
                <a:sym typeface="Fjalla One"/>
              </a:rPr>
              <a:t>Evaluation</a:t>
            </a:r>
            <a:r>
              <a:rPr lang="en-US" sz="500" dirty="0" smtClean="0"/>
              <a:t> </a:t>
            </a:r>
            <a:r>
              <a:rPr lang="en-US" sz="2000" dirty="0">
                <a:solidFill>
                  <a:schemeClr val="accent2">
                    <a:lumMod val="25000"/>
                  </a:schemeClr>
                </a:solidFill>
                <a:latin typeface="Fjalla One"/>
                <a:ea typeface="Fjalla One"/>
                <a:cs typeface="Fjalla One"/>
              </a:rPr>
              <a:t>metrics</a:t>
            </a:r>
            <a:endParaRPr lang="en-US" sz="2000" dirty="0">
              <a:solidFill>
                <a:schemeClr val="accent2">
                  <a:lumMod val="25000"/>
                </a:schemeClr>
              </a:solidFill>
              <a:latin typeface="Fjalla One"/>
              <a:ea typeface="Fjalla One"/>
              <a:cs typeface="Fjalla One"/>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1"/>
          <a:stretch>
            <a:fillRect/>
          </a:stretch>
        </p:blipFill>
        <p:spPr>
          <a:xfrm>
            <a:off x="1683233" y="539562"/>
            <a:ext cx="5906324" cy="1076475"/>
          </a:xfrm>
          <a:prstGeom prst="rect">
            <a:avLst/>
          </a:prstGeom>
        </p:spPr>
      </p:pic>
      <p:pic>
        <p:nvPicPr>
          <p:cNvPr id="16" name="Picture 15"/>
          <p:cNvPicPr>
            <a:picLocks noChangeAspect="1"/>
          </p:cNvPicPr>
          <p:nvPr/>
        </p:nvPicPr>
        <p:blipFill>
          <a:blip r:embed="rId2"/>
          <a:stretch>
            <a:fillRect/>
          </a:stretch>
        </p:blipFill>
        <p:spPr>
          <a:xfrm>
            <a:off x="2435097" y="2042911"/>
            <a:ext cx="4067743" cy="2886478"/>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31"/>
        <p:cNvGrpSpPr/>
        <p:nvPr/>
      </p:nvGrpSpPr>
      <p:grpSpPr>
        <a:xfrm>
          <a:off x="0" y="0"/>
          <a:ext cx="0" cy="0"/>
          <a:chOff x="0" y="0"/>
          <a:chExt cx="0" cy="0"/>
        </a:xfrm>
      </p:grpSpPr>
      <p:sp>
        <p:nvSpPr>
          <p:cNvPr id="2732" name="Google Shape;2732;p50"/>
          <p:cNvSpPr txBox="1">
            <a:spLocks noGrp="1"/>
          </p:cNvSpPr>
          <p:nvPr>
            <p:ph type="title"/>
          </p:nvPr>
        </p:nvSpPr>
        <p:spPr>
          <a:xfrm>
            <a:off x="2574802" y="1665171"/>
            <a:ext cx="4346737" cy="190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chemeClr val="accent2">
                    <a:lumMod val="25000"/>
                  </a:schemeClr>
                </a:solidFill>
              </a:rPr>
              <a:t>Conclusion   </a:t>
            </a:r>
            <a:endParaRPr dirty="0">
              <a:solidFill>
                <a:schemeClr val="accent2">
                  <a:lumMod val="2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32"/>
                                        </p:tgtEl>
                                        <p:attrNameLst>
                                          <p:attrName>style.visibility</p:attrName>
                                        </p:attrNameLst>
                                      </p:cBhvr>
                                      <p:to>
                                        <p:strVal val="visible"/>
                                      </p:to>
                                    </p:set>
                                    <p:anim calcmode="lin" valueType="num">
                                      <p:cBhvr additive="base">
                                        <p:cTn id="7" dur="500" fill="hold"/>
                                        <p:tgtEl>
                                          <p:spTgt spid="2732"/>
                                        </p:tgtEl>
                                        <p:attrNameLst>
                                          <p:attrName>ppt_x</p:attrName>
                                        </p:attrNameLst>
                                      </p:cBhvr>
                                      <p:tavLst>
                                        <p:tav tm="0">
                                          <p:val>
                                            <p:strVal val="#ppt_x"/>
                                          </p:val>
                                        </p:tav>
                                        <p:tav tm="100000">
                                          <p:val>
                                            <p:strVal val="#ppt_x"/>
                                          </p:val>
                                        </p:tav>
                                      </p:tavLst>
                                    </p:anim>
                                    <p:anim calcmode="lin" valueType="num">
                                      <p:cBhvr additive="base">
                                        <p:cTn id="8" dur="500" fill="hold"/>
                                        <p:tgtEl>
                                          <p:spTgt spid="27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31"/>
        <p:cNvGrpSpPr/>
        <p:nvPr/>
      </p:nvGrpSpPr>
      <p:grpSpPr>
        <a:xfrm>
          <a:off x="0" y="0"/>
          <a:ext cx="0" cy="0"/>
          <a:chOff x="0" y="0"/>
          <a:chExt cx="0" cy="0"/>
        </a:xfrm>
      </p:grpSpPr>
      <p:sp>
        <p:nvSpPr>
          <p:cNvPr id="2732" name="Google Shape;2732;p50"/>
          <p:cNvSpPr txBox="1">
            <a:spLocks noGrp="1"/>
          </p:cNvSpPr>
          <p:nvPr>
            <p:ph type="title"/>
          </p:nvPr>
        </p:nvSpPr>
        <p:spPr>
          <a:xfrm>
            <a:off x="2452914" y="1803565"/>
            <a:ext cx="4908341" cy="168311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chemeClr val="accent2">
                    <a:lumMod val="25000"/>
                  </a:schemeClr>
                </a:solidFill>
              </a:rPr>
              <a:t>Thanks for your attention    </a:t>
            </a:r>
            <a:endParaRPr dirty="0">
              <a:solidFill>
                <a:schemeClr val="accent2">
                  <a:lumMod val="2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32"/>
                                        </p:tgtEl>
                                        <p:attrNameLst>
                                          <p:attrName>style.visibility</p:attrName>
                                        </p:attrNameLst>
                                      </p:cBhvr>
                                      <p:to>
                                        <p:strVal val="visible"/>
                                      </p:to>
                                    </p:set>
                                    <p:anim calcmode="lin" valueType="num">
                                      <p:cBhvr additive="base">
                                        <p:cTn id="7" dur="500" fill="hold"/>
                                        <p:tgtEl>
                                          <p:spTgt spid="2732"/>
                                        </p:tgtEl>
                                        <p:attrNameLst>
                                          <p:attrName>ppt_x</p:attrName>
                                        </p:attrNameLst>
                                      </p:cBhvr>
                                      <p:tavLst>
                                        <p:tav tm="0">
                                          <p:val>
                                            <p:strVal val="#ppt_x"/>
                                          </p:val>
                                        </p:tav>
                                        <p:tav tm="100000">
                                          <p:val>
                                            <p:strVal val="#ppt_x"/>
                                          </p:val>
                                        </p:tav>
                                      </p:tavLst>
                                    </p:anim>
                                    <p:anim calcmode="lin" valueType="num">
                                      <p:cBhvr additive="base">
                                        <p:cTn id="8" dur="500" fill="hold"/>
                                        <p:tgtEl>
                                          <p:spTgt spid="27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2" grpId="0"/>
    </p:bldLst>
  </p:timing>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1887</Words>
  <Application>WPS Presentation</Application>
  <PresentationFormat>On-screen Show (16:9)</PresentationFormat>
  <Paragraphs>175</Paragraphs>
  <Slides>23</Slides>
  <Notes>21</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23</vt:i4>
      </vt:variant>
    </vt:vector>
  </HeadingPairs>
  <TitlesOfParts>
    <vt:vector size="45" baseType="lpstr">
      <vt:lpstr>Arial</vt:lpstr>
      <vt:lpstr>SimSun</vt:lpstr>
      <vt:lpstr>Wingdings</vt:lpstr>
      <vt:lpstr>Arial</vt:lpstr>
      <vt:lpstr>DejaVu Sans</vt:lpstr>
      <vt:lpstr>Fjalla One</vt:lpstr>
      <vt:lpstr>Poppins</vt:lpstr>
      <vt:lpstr>Barlow Semi Condensed Medium</vt:lpstr>
      <vt:lpstr>Barlow Semi Condensed</vt:lpstr>
      <vt:lpstr>Roboto Condensed Light</vt:lpstr>
      <vt:lpstr>Calibri</vt:lpstr>
      <vt:lpstr>Times New Roman</vt:lpstr>
      <vt:lpstr>Tahoma</vt:lpstr>
      <vt:lpstr>Tw Cen MT</vt:lpstr>
      <vt:lpstr>Liberation Sans</vt:lpstr>
      <vt:lpstr>Segoe UI Black</vt:lpstr>
      <vt:lpstr>Noto Nastaliq Urdu</vt:lpstr>
      <vt:lpstr>Noto Sans CJK JP Bold</vt:lpstr>
      <vt:lpstr>Microsoft YaHei</vt:lpstr>
      <vt:lpstr>Droid Sans Fallback</vt:lpstr>
      <vt:lpstr>Arial Unicode MS</vt:lpstr>
      <vt:lpstr>Technology Consulting by Slidesgo</vt:lpstr>
      <vt:lpstr>Emotion &amp; Gender    Recognition using Tensorflow </vt:lpstr>
      <vt:lpstr>04</vt:lpstr>
      <vt:lpstr>Subject Introduction </vt:lpstr>
      <vt:lpstr>Work Process</vt:lpstr>
      <vt:lpstr>Problem definition </vt:lpstr>
      <vt:lpstr>Emotion &amp; gender recognition problem </vt:lpstr>
      <vt:lpstr>Our Solutions</vt:lpstr>
      <vt:lpstr>Dataset Description </vt:lpstr>
      <vt:lpstr>Datasets used </vt:lpstr>
      <vt:lpstr>Datasets used </vt:lpstr>
      <vt:lpstr>Algorithms  Used </vt:lpstr>
      <vt:lpstr>CNN algorithm </vt:lpstr>
      <vt:lpstr>Conv2D </vt:lpstr>
      <vt:lpstr>Max Pooling </vt:lpstr>
      <vt:lpstr>Flatten &amp; fully-connected</vt:lpstr>
      <vt:lpstr>Tools </vt:lpstr>
      <vt:lpstr>Programming tools  </vt:lpstr>
      <vt:lpstr>  Development Environment </vt:lpstr>
      <vt:lpstr>Implementation  </vt:lpstr>
      <vt:lpstr>PowerPoint 演示文稿</vt:lpstr>
      <vt:lpstr>PowerPoint 演示文稿</vt:lpstr>
      <vt:lpstr>Conclusion   </vt:lpstr>
      <vt:lpstr>Thanks for your attention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Emotion and gender    detection using tensorflow</dc:title>
  <dc:creator>OUGOU_V412</dc:creator>
  <cp:lastModifiedBy>abdelghafour</cp:lastModifiedBy>
  <cp:revision>48</cp:revision>
  <dcterms:created xsi:type="dcterms:W3CDTF">2022-04-10T11:09:34Z</dcterms:created>
  <dcterms:modified xsi:type="dcterms:W3CDTF">2022-04-10T11:09:34Z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1033-11.1.0.10920</vt:lpwstr>
  </property>
</Properties>
</file>